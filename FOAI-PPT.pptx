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 roundtripDataSignature="AMtx7mjU9lODtbd+wper4VU1w2/R+Ulj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60B7C0-84E5-43A9-BF7C-F3C3CC66BC8E}" v="6" dt="2026-10-09T10:03:42.4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916383586337" userId="609815ee6cc588e5" providerId="LiveId" clId="{3AD3DD73-FFCA-45DA-8227-B2CD84B6DBFD}"/>
    <pc:docChg chg="custSel modSld">
      <pc:chgData name="916383586337" userId="609815ee6cc588e5" providerId="LiveId" clId="{3AD3DD73-FFCA-45DA-8227-B2CD84B6DBFD}" dt="2026-10-09T10:04:55.625" v="193" actId="5793"/>
      <pc:docMkLst>
        <pc:docMk/>
      </pc:docMkLst>
      <pc:sldChg chg="modSp mod">
        <pc:chgData name="916383586337" userId="609815ee6cc588e5" providerId="LiveId" clId="{3AD3DD73-FFCA-45DA-8227-B2CD84B6DBFD}" dt="2026-10-09T08:22:25.882" v="124" actId="20577"/>
        <pc:sldMkLst>
          <pc:docMk/>
          <pc:sldMk cId="0" sldId="256"/>
        </pc:sldMkLst>
        <pc:spChg chg="mod">
          <ac:chgData name="916383586337" userId="609815ee6cc588e5" providerId="LiveId" clId="{3AD3DD73-FFCA-45DA-8227-B2CD84B6DBFD}" dt="2026-10-09T08:22:25.882" v="124" actId="20577"/>
          <ac:spMkLst>
            <pc:docMk/>
            <pc:sldMk cId="0" sldId="256"/>
            <ac:spMk id="93" creationId="{00000000-0000-0000-0000-000000000000}"/>
          </ac:spMkLst>
        </pc:spChg>
      </pc:sldChg>
      <pc:sldChg chg="delSp modSp mod">
        <pc:chgData name="916383586337" userId="609815ee6cc588e5" providerId="LiveId" clId="{3AD3DD73-FFCA-45DA-8227-B2CD84B6DBFD}" dt="2026-10-09T10:03:29.195" v="188" actId="478"/>
        <pc:sldMkLst>
          <pc:docMk/>
          <pc:sldMk cId="0" sldId="257"/>
        </pc:sldMkLst>
        <pc:spChg chg="del mod">
          <ac:chgData name="916383586337" userId="609815ee6cc588e5" providerId="LiveId" clId="{3AD3DD73-FFCA-45DA-8227-B2CD84B6DBFD}" dt="2026-10-09T10:03:29.195" v="188" actId="478"/>
          <ac:spMkLst>
            <pc:docMk/>
            <pc:sldMk cId="0" sldId="257"/>
            <ac:spMk id="2" creationId="{00000000-0000-0000-0000-000000000000}"/>
          </ac:spMkLst>
        </pc:spChg>
        <pc:spChg chg="del mod">
          <ac:chgData name="916383586337" userId="609815ee6cc588e5" providerId="LiveId" clId="{3AD3DD73-FFCA-45DA-8227-B2CD84B6DBFD}" dt="2026-10-09T10:03:26.174" v="186" actId="478"/>
          <ac:spMkLst>
            <pc:docMk/>
            <pc:sldMk cId="0" sldId="257"/>
            <ac:spMk id="106" creationId="{00000000-0000-0000-0000-000000000000}"/>
          </ac:spMkLst>
        </pc:spChg>
      </pc:sldChg>
      <pc:sldChg chg="delSp modSp mod">
        <pc:chgData name="916383586337" userId="609815ee6cc588e5" providerId="LiveId" clId="{3AD3DD73-FFCA-45DA-8227-B2CD84B6DBFD}" dt="2026-10-09T10:04:19.263" v="192" actId="5793"/>
        <pc:sldMkLst>
          <pc:docMk/>
          <pc:sldMk cId="0" sldId="258"/>
        </pc:sldMkLst>
        <pc:spChg chg="del mod">
          <ac:chgData name="916383586337" userId="609815ee6cc588e5" providerId="LiveId" clId="{3AD3DD73-FFCA-45DA-8227-B2CD84B6DBFD}" dt="2026-10-09T08:23:05.832" v="128" actId="478"/>
          <ac:spMkLst>
            <pc:docMk/>
            <pc:sldMk cId="0" sldId="258"/>
            <ac:spMk id="2" creationId="{00000000-0000-0000-0000-000000000000}"/>
          </ac:spMkLst>
        </pc:spChg>
        <pc:spChg chg="mod">
          <ac:chgData name="916383586337" userId="609815ee6cc588e5" providerId="LiveId" clId="{3AD3DD73-FFCA-45DA-8227-B2CD84B6DBFD}" dt="2026-10-09T10:04:19.263" v="192" actId="5793"/>
          <ac:spMkLst>
            <pc:docMk/>
            <pc:sldMk cId="0" sldId="258"/>
            <ac:spMk id="113" creationId="{00000000-0000-0000-0000-000000000000}"/>
          </ac:spMkLst>
        </pc:spChg>
        <pc:spChg chg="del mod">
          <ac:chgData name="916383586337" userId="609815ee6cc588e5" providerId="LiveId" clId="{3AD3DD73-FFCA-45DA-8227-B2CD84B6DBFD}" dt="2026-10-09T08:23:01.788" v="126" actId="478"/>
          <ac:spMkLst>
            <pc:docMk/>
            <pc:sldMk cId="0" sldId="258"/>
            <ac:spMk id="115" creationId="{00000000-0000-0000-0000-000000000000}"/>
          </ac:spMkLst>
        </pc:spChg>
      </pc:sldChg>
      <pc:sldChg chg="delSp modSp mod">
        <pc:chgData name="916383586337" userId="609815ee6cc588e5" providerId="LiveId" clId="{3AD3DD73-FFCA-45DA-8227-B2CD84B6DBFD}" dt="2026-10-09T10:00:30.699" v="138" actId="20577"/>
        <pc:sldMkLst>
          <pc:docMk/>
          <pc:sldMk cId="0" sldId="259"/>
        </pc:sldMkLst>
        <pc:spChg chg="del mod">
          <ac:chgData name="916383586337" userId="609815ee6cc588e5" providerId="LiveId" clId="{3AD3DD73-FFCA-45DA-8227-B2CD84B6DBFD}" dt="2026-10-09T08:25:37.363" v="131" actId="478"/>
          <ac:spMkLst>
            <pc:docMk/>
            <pc:sldMk cId="0" sldId="259"/>
            <ac:spMk id="2" creationId="{00000000-0000-0000-0000-000000000000}"/>
          </ac:spMkLst>
        </pc:spChg>
        <pc:spChg chg="mod">
          <ac:chgData name="916383586337" userId="609815ee6cc588e5" providerId="LiveId" clId="{3AD3DD73-FFCA-45DA-8227-B2CD84B6DBFD}" dt="2026-10-09T10:00:30.699" v="138" actId="20577"/>
          <ac:spMkLst>
            <pc:docMk/>
            <pc:sldMk cId="0" sldId="259"/>
            <ac:spMk id="122" creationId="{00000000-0000-0000-0000-000000000000}"/>
          </ac:spMkLst>
        </pc:spChg>
        <pc:spChg chg="del mod">
          <ac:chgData name="916383586337" userId="609815ee6cc588e5" providerId="LiveId" clId="{3AD3DD73-FFCA-45DA-8227-B2CD84B6DBFD}" dt="2026-10-09T08:25:40.413" v="133" actId="478"/>
          <ac:spMkLst>
            <pc:docMk/>
            <pc:sldMk cId="0" sldId="259"/>
            <ac:spMk id="124" creationId="{00000000-0000-0000-0000-000000000000}"/>
          </ac:spMkLst>
        </pc:spChg>
      </pc:sldChg>
      <pc:sldChg chg="modSp mod">
        <pc:chgData name="916383586337" userId="609815ee6cc588e5" providerId="LiveId" clId="{3AD3DD73-FFCA-45DA-8227-B2CD84B6DBFD}" dt="2026-10-09T08:26:06.608" v="134" actId="255"/>
        <pc:sldMkLst>
          <pc:docMk/>
          <pc:sldMk cId="0" sldId="261"/>
        </pc:sldMkLst>
        <pc:spChg chg="mod">
          <ac:chgData name="916383586337" userId="609815ee6cc588e5" providerId="LiveId" clId="{3AD3DD73-FFCA-45DA-8227-B2CD84B6DBFD}" dt="2026-10-09T08:26:06.608" v="134" actId="255"/>
          <ac:spMkLst>
            <pc:docMk/>
            <pc:sldMk cId="0" sldId="261"/>
            <ac:spMk id="140" creationId="{00000000-0000-0000-0000-000000000000}"/>
          </ac:spMkLst>
        </pc:spChg>
      </pc:sldChg>
      <pc:sldChg chg="addSp modSp mod">
        <pc:chgData name="916383586337" userId="609815ee6cc588e5" providerId="LiveId" clId="{3AD3DD73-FFCA-45DA-8227-B2CD84B6DBFD}" dt="2026-10-09T10:03:15.253" v="184" actId="1076"/>
        <pc:sldMkLst>
          <pc:docMk/>
          <pc:sldMk cId="0" sldId="263"/>
        </pc:sldMkLst>
        <pc:spChg chg="mod">
          <ac:chgData name="916383586337" userId="609815ee6cc588e5" providerId="LiveId" clId="{3AD3DD73-FFCA-45DA-8227-B2CD84B6DBFD}" dt="2026-10-09T10:02:03.217" v="167" actId="5793"/>
          <ac:spMkLst>
            <pc:docMk/>
            <pc:sldMk cId="0" sldId="263"/>
            <ac:spMk id="158" creationId="{00000000-0000-0000-0000-000000000000}"/>
          </ac:spMkLst>
        </pc:spChg>
        <pc:picChg chg="add mod">
          <ac:chgData name="916383586337" userId="609815ee6cc588e5" providerId="LiveId" clId="{3AD3DD73-FFCA-45DA-8227-B2CD84B6DBFD}" dt="2026-10-09T10:03:15.253" v="184" actId="1076"/>
          <ac:picMkLst>
            <pc:docMk/>
            <pc:sldMk cId="0" sldId="263"/>
            <ac:picMk id="4" creationId="{3829EC3B-BBEF-1420-C244-CE4901635245}"/>
          </ac:picMkLst>
        </pc:picChg>
      </pc:sldChg>
      <pc:sldChg chg="modSp mod">
        <pc:chgData name="916383586337" userId="609815ee6cc588e5" providerId="LiveId" clId="{3AD3DD73-FFCA-45DA-8227-B2CD84B6DBFD}" dt="2026-10-09T08:20:22.584" v="4" actId="255"/>
        <pc:sldMkLst>
          <pc:docMk/>
          <pc:sldMk cId="0" sldId="264"/>
        </pc:sldMkLst>
        <pc:spChg chg="mod">
          <ac:chgData name="916383586337" userId="609815ee6cc588e5" providerId="LiveId" clId="{3AD3DD73-FFCA-45DA-8227-B2CD84B6DBFD}" dt="2026-10-09T08:20:22.584" v="4" actId="255"/>
          <ac:spMkLst>
            <pc:docMk/>
            <pc:sldMk cId="0" sldId="264"/>
            <ac:spMk id="167" creationId="{00000000-0000-0000-0000-000000000000}"/>
          </ac:spMkLst>
        </pc:spChg>
      </pc:sldChg>
      <pc:sldChg chg="modSp mod">
        <pc:chgData name="916383586337" userId="609815ee6cc588e5" providerId="LiveId" clId="{3AD3DD73-FFCA-45DA-8227-B2CD84B6DBFD}" dt="2026-10-09T10:04:55.625" v="193" actId="5793"/>
        <pc:sldMkLst>
          <pc:docMk/>
          <pc:sldMk cId="0" sldId="265"/>
        </pc:sldMkLst>
        <pc:spChg chg="mod">
          <ac:chgData name="916383586337" userId="609815ee6cc588e5" providerId="LiveId" clId="{3AD3DD73-FFCA-45DA-8227-B2CD84B6DBFD}" dt="2026-10-09T10:04:55.625" v="193" actId="5793"/>
          <ac:spMkLst>
            <pc:docMk/>
            <pc:sldMk cId="0" sldId="265"/>
            <ac:spMk id="176" creationId="{00000000-0000-0000-0000-000000000000}"/>
          </ac:spMkLst>
        </pc:spChg>
      </pc:sldChg>
      <pc:sldChg chg="modSp mod">
        <pc:chgData name="916383586337" userId="609815ee6cc588e5" providerId="LiveId" clId="{3AD3DD73-FFCA-45DA-8227-B2CD84B6DBFD}" dt="2026-10-09T08:21:18.701" v="9" actId="255"/>
        <pc:sldMkLst>
          <pc:docMk/>
          <pc:sldMk cId="0" sldId="266"/>
        </pc:sldMkLst>
        <pc:spChg chg="mod">
          <ac:chgData name="916383586337" userId="609815ee6cc588e5" providerId="LiveId" clId="{3AD3DD73-FFCA-45DA-8227-B2CD84B6DBFD}" dt="2026-10-09T08:21:18.701" v="9" actId="255"/>
          <ac:spMkLst>
            <pc:docMk/>
            <pc:sldMk cId="0" sldId="266"/>
            <ac:spMk id="185" creationId="{00000000-0000-0000-0000-000000000000}"/>
          </ac:spMkLst>
        </pc:spChg>
      </pc:sldChg>
      <pc:sldChg chg="modSp mod">
        <pc:chgData name="916383586337" userId="609815ee6cc588e5" providerId="LiveId" clId="{3AD3DD73-FFCA-45DA-8227-B2CD84B6DBFD}" dt="2026-10-09T08:19:59.869" v="1" actId="255"/>
        <pc:sldMkLst>
          <pc:docMk/>
          <pc:sldMk cId="1254904106" sldId="267"/>
        </pc:sldMkLst>
        <pc:spChg chg="mod">
          <ac:chgData name="916383586337" userId="609815ee6cc588e5" providerId="LiveId" clId="{3AD3DD73-FFCA-45DA-8227-B2CD84B6DBFD}" dt="2026-10-09T08:19:59.869" v="1" actId="255"/>
          <ac:spMkLst>
            <pc:docMk/>
            <pc:sldMk cId="1254904106" sldId="267"/>
            <ac:spMk id="158" creationId="{E6BC4A78-F312-697B-F6A2-EE0DE7EB857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6621231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8939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1071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2005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0618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9130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2848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3694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3809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4CBBF103-4768-B96F-DD3E-855A95878D98}"/>
            </a:ext>
          </a:extLst>
        </p:cNvPr>
        <p:cNvGrpSpPr/>
        <p:nvPr/>
      </p:nvGrpSpPr>
      <p:grpSpPr>
        <a:xfrm>
          <a:off x="0" y="0"/>
          <a:ext cx="0" cy="0"/>
          <a:chOff x="0" y="0"/>
          <a:chExt cx="0" cy="0"/>
        </a:xfrm>
      </p:grpSpPr>
      <p:sp>
        <p:nvSpPr>
          <p:cNvPr id="154" name="Google Shape;154;p8:notes">
            <a:extLst>
              <a:ext uri="{FF2B5EF4-FFF2-40B4-BE49-F238E27FC236}">
                <a16:creationId xmlns:a16="http://schemas.microsoft.com/office/drawing/2014/main" id="{7C3869E4-3641-4D21-5188-C2C8019BB29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8:notes">
            <a:extLst>
              <a:ext uri="{FF2B5EF4-FFF2-40B4-BE49-F238E27FC236}">
                <a16:creationId xmlns:a16="http://schemas.microsoft.com/office/drawing/2014/main" id="{83FD6975-C80D-1DDB-7377-C12B8495EC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8906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6833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5451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ce16ed41b5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g2ce16ed41b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298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12"/>
          <p:cNvSpPr/>
          <p:nvPr/>
        </p:nvSpPr>
        <p:spPr>
          <a:xfrm>
            <a:off x="914400" y="2393950"/>
            <a:ext cx="10363200" cy="109538"/>
          </a:xfrm>
          <a:custGeom>
            <a:avLst/>
            <a:gdLst/>
            <a:ahLst/>
            <a:cxnLst/>
            <a:rect l="l" t="t" r="r" b="b"/>
            <a:pathLst>
              <a:path w="1000" h="1000" extrusionOk="0">
                <a:moveTo>
                  <a:pt x="0" y="0"/>
                </a:moveTo>
                <a:lnTo>
                  <a:pt x="618" y="0"/>
                </a:lnTo>
                <a:lnTo>
                  <a:pt x="618" y="1000"/>
                </a:lnTo>
                <a:lnTo>
                  <a:pt x="0" y="1000"/>
                </a:lnTo>
                <a:lnTo>
                  <a:pt x="0" y="0"/>
                </a:lnTo>
                <a:close/>
              </a:path>
              <a:path w="1000" h="1000" extrusionOk="0">
                <a:moveTo>
                  <a:pt x="0" y="0"/>
                </a:moveTo>
                <a:lnTo>
                  <a:pt x="1000" y="0"/>
                </a:lnTo>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9" name="Google Shape;19;p12"/>
          <p:cNvSpPr txBox="1">
            <a:spLocks noGrp="1"/>
          </p:cNvSpPr>
          <p:nvPr>
            <p:ph type="ctrTitle"/>
          </p:nvPr>
        </p:nvSpPr>
        <p:spPr>
          <a:xfrm>
            <a:off x="914400" y="990600"/>
            <a:ext cx="10363200" cy="13716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2"/>
          <p:cNvSpPr txBox="1">
            <a:spLocks noGrp="1"/>
          </p:cNvSpPr>
          <p:nvPr>
            <p:ph type="subTitle" idx="1"/>
          </p:nvPr>
        </p:nvSpPr>
        <p:spPr>
          <a:xfrm>
            <a:off x="1930400" y="3429000"/>
            <a:ext cx="9347200" cy="1600200"/>
          </a:xfrm>
          <a:prstGeom prst="rect">
            <a:avLst/>
          </a:prstGeom>
          <a:noFill/>
          <a:ln>
            <a:noFill/>
          </a:ln>
        </p:spPr>
        <p:txBody>
          <a:bodyPr spcFirstLastPara="1" wrap="square" lIns="91425" tIns="45700" rIns="91425" bIns="45700" anchor="t" anchorCtr="0">
            <a:noAutofit/>
          </a:bodyPr>
          <a:lstStyle>
            <a:lvl1pPr lvl="0" algn="l">
              <a:spcBef>
                <a:spcPts val="560"/>
              </a:spcBef>
              <a:spcAft>
                <a:spcPts val="0"/>
              </a:spcAft>
              <a:buSzPts val="2800"/>
              <a:buFont typeface="Noto Sans Symbols"/>
              <a:buNone/>
              <a:defRPr sz="2800"/>
            </a:lvl1pPr>
            <a:lvl2pPr lvl="1" algn="l">
              <a:spcBef>
                <a:spcPts val="360"/>
              </a:spcBef>
              <a:spcAft>
                <a:spcPts val="0"/>
              </a:spcAft>
              <a:buSzPts val="1800"/>
              <a:buChar char="■"/>
              <a:defRPr/>
            </a:lvl2pPr>
            <a:lvl3pPr lvl="2" algn="l">
              <a:spcBef>
                <a:spcPts val="360"/>
              </a:spcBef>
              <a:spcAft>
                <a:spcPts val="0"/>
              </a:spcAft>
              <a:buSzPts val="1800"/>
              <a:buChar char="□"/>
              <a:defRPr/>
            </a:lvl3pPr>
            <a:lvl4pPr lvl="3" algn="l">
              <a:spcBef>
                <a:spcPts val="360"/>
              </a:spcBef>
              <a:spcAft>
                <a:spcPts val="0"/>
              </a:spcAft>
              <a:buSzPts val="1800"/>
              <a:buChar char="■"/>
              <a:defRPr/>
            </a:lvl4pPr>
            <a:lvl5pPr lvl="4" algn="l">
              <a:spcBef>
                <a:spcPts val="450"/>
              </a:spcBef>
              <a:spcAft>
                <a:spcPts val="0"/>
              </a:spcAft>
              <a:buSzPts val="1800"/>
              <a:buChar char="▪"/>
              <a:defRPr/>
            </a:lvl5pPr>
            <a:lvl6pPr lvl="5" algn="l">
              <a:spcBef>
                <a:spcPts val="450"/>
              </a:spcBef>
              <a:spcAft>
                <a:spcPts val="0"/>
              </a:spcAft>
              <a:buSzPts val="1800"/>
              <a:buChar char="▪"/>
              <a:defRPr/>
            </a:lvl6pPr>
            <a:lvl7pPr lvl="6" algn="l">
              <a:spcBef>
                <a:spcPts val="450"/>
              </a:spcBef>
              <a:spcAft>
                <a:spcPts val="0"/>
              </a:spcAft>
              <a:buSzPts val="1800"/>
              <a:buChar char="▪"/>
              <a:defRPr/>
            </a:lvl7pPr>
            <a:lvl8pPr lvl="7" algn="l">
              <a:spcBef>
                <a:spcPts val="450"/>
              </a:spcBef>
              <a:spcAft>
                <a:spcPts val="0"/>
              </a:spcAft>
              <a:buSzPts val="1800"/>
              <a:buChar char="▪"/>
              <a:defRPr/>
            </a:lvl8pPr>
            <a:lvl9pPr lvl="8" algn="l">
              <a:spcBef>
                <a:spcPts val="450"/>
              </a:spcBef>
              <a:spcAft>
                <a:spcPts val="0"/>
              </a:spcAft>
              <a:buSzPts val="1800"/>
              <a:buChar char="▪"/>
              <a:defRPr/>
            </a:lvl9pPr>
          </a:lstStyle>
          <a:p>
            <a:endParaRPr/>
          </a:p>
        </p:txBody>
      </p:sp>
      <p:sp>
        <p:nvSpPr>
          <p:cNvPr id="21" name="Google Shape;21;p12"/>
          <p:cNvSpPr txBox="1">
            <a:spLocks noGrp="1"/>
          </p:cNvSpPr>
          <p:nvPr>
            <p:ph type="dt" idx="10"/>
          </p:nvPr>
        </p:nvSpPr>
        <p:spPr>
          <a:xfrm>
            <a:off x="914400" y="6248400"/>
            <a:ext cx="2540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7BFF1A2-88F2-4511-A600-098773B6F043}" type="datetime1">
              <a:rPr lang="en-US" smtClean="0"/>
              <a:t>10/12/2026</a:t>
            </a:fld>
            <a:endParaRPr/>
          </a:p>
        </p:txBody>
      </p:sp>
      <p:sp>
        <p:nvSpPr>
          <p:cNvPr id="22" name="Google Shape;22;p12"/>
          <p:cNvSpPr txBox="1">
            <a:spLocks noGrp="1"/>
          </p:cNvSpPr>
          <p:nvPr>
            <p:ph type="ftr" idx="11"/>
          </p:nvPr>
        </p:nvSpPr>
        <p:spPr>
          <a:xfrm>
            <a:off x="4165600" y="6248400"/>
            <a:ext cx="38608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a:p>
        </p:txBody>
      </p:sp>
      <p:sp>
        <p:nvSpPr>
          <p:cNvPr id="23" name="Google Shape;23;p12"/>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13"/>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3"/>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0"/>
              </a:spcAft>
              <a:buSzPts val="1800"/>
              <a:buChar char="▪"/>
              <a:defRPr/>
            </a:lvl9pPr>
          </a:lstStyle>
          <a:p>
            <a:endParaRPr/>
          </a:p>
        </p:txBody>
      </p:sp>
      <p:sp>
        <p:nvSpPr>
          <p:cNvPr id="27" name="Google Shape;27;p13"/>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21FF6910-5D60-451B-8AA8-2BB70799CFD4}" type="datetime1">
              <a:rPr lang="en-US" smtClean="0"/>
              <a:t>10/12/2026</a:t>
            </a:fld>
            <a:endParaRPr/>
          </a:p>
        </p:txBody>
      </p:sp>
      <p:sp>
        <p:nvSpPr>
          <p:cNvPr id="28" name="Google Shape;28;p1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a:p>
        </p:txBody>
      </p:sp>
      <p:sp>
        <p:nvSpPr>
          <p:cNvPr id="29" name="Google Shape;29;p13"/>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14"/>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4"/>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2000"/>
              <a:buNone/>
              <a:defRPr sz="2000"/>
            </a:lvl1pPr>
            <a:lvl2pPr marL="914400" lvl="1" indent="-228600" algn="l">
              <a:spcBef>
                <a:spcPts val="360"/>
              </a:spcBef>
              <a:spcAft>
                <a:spcPts val="0"/>
              </a:spcAft>
              <a:buSzPts val="1800"/>
              <a:buNone/>
              <a:defRPr sz="1800"/>
            </a:lvl2pPr>
            <a:lvl3pPr marL="1371600" lvl="2" indent="-228600" algn="l">
              <a:spcBef>
                <a:spcPts val="320"/>
              </a:spcBef>
              <a:spcAft>
                <a:spcPts val="0"/>
              </a:spcAft>
              <a:buSzPts val="1600"/>
              <a:buNone/>
              <a:defRPr sz="1600"/>
            </a:lvl3pPr>
            <a:lvl4pPr marL="1828800" lvl="3" indent="-228600" algn="l">
              <a:spcBef>
                <a:spcPts val="280"/>
              </a:spcBef>
              <a:spcAft>
                <a:spcPts val="0"/>
              </a:spcAft>
              <a:buSzPts val="1400"/>
              <a:buNone/>
              <a:defRPr sz="1400"/>
            </a:lvl4pPr>
            <a:lvl5pPr marL="2286000" lvl="4" indent="-228600" algn="l">
              <a:spcBef>
                <a:spcPts val="350"/>
              </a:spcBef>
              <a:spcAft>
                <a:spcPts val="0"/>
              </a:spcAft>
              <a:buSzPts val="1400"/>
              <a:buNone/>
              <a:defRPr sz="1400"/>
            </a:lvl5pPr>
            <a:lvl6pPr marL="2743200" lvl="5" indent="-228600" algn="l">
              <a:spcBef>
                <a:spcPts val="350"/>
              </a:spcBef>
              <a:spcAft>
                <a:spcPts val="0"/>
              </a:spcAft>
              <a:buSzPts val="1400"/>
              <a:buNone/>
              <a:defRPr sz="1400"/>
            </a:lvl6pPr>
            <a:lvl7pPr marL="3200400" lvl="6" indent="-228600" algn="l">
              <a:spcBef>
                <a:spcPts val="350"/>
              </a:spcBef>
              <a:spcAft>
                <a:spcPts val="0"/>
              </a:spcAft>
              <a:buSzPts val="1400"/>
              <a:buNone/>
              <a:defRPr sz="1400"/>
            </a:lvl7pPr>
            <a:lvl8pPr marL="3657600" lvl="7" indent="-228600" algn="l">
              <a:spcBef>
                <a:spcPts val="350"/>
              </a:spcBef>
              <a:spcAft>
                <a:spcPts val="0"/>
              </a:spcAft>
              <a:buSzPts val="1400"/>
              <a:buNone/>
              <a:defRPr sz="1400"/>
            </a:lvl8pPr>
            <a:lvl9pPr marL="4114800" lvl="8" indent="-228600" algn="l">
              <a:spcBef>
                <a:spcPts val="350"/>
              </a:spcBef>
              <a:spcAft>
                <a:spcPts val="0"/>
              </a:spcAft>
              <a:buSzPts val="1400"/>
              <a:buNone/>
              <a:defRPr sz="1400"/>
            </a:lvl9pPr>
          </a:lstStyle>
          <a:p>
            <a:endParaRPr/>
          </a:p>
        </p:txBody>
      </p:sp>
      <p:sp>
        <p:nvSpPr>
          <p:cNvPr id="33" name="Google Shape;33;p14"/>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C181229-52A0-4B4D-A361-FEAB5F03D21A}" type="datetime1">
              <a:rPr lang="en-US" smtClean="0"/>
              <a:t>10/12/2026</a:t>
            </a:fld>
            <a:endParaRPr/>
          </a:p>
        </p:txBody>
      </p:sp>
      <p:sp>
        <p:nvSpPr>
          <p:cNvPr id="34" name="Google Shape;34;p1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a:p>
        </p:txBody>
      </p:sp>
      <p:sp>
        <p:nvSpPr>
          <p:cNvPr id="35" name="Google Shape;35;p14"/>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15"/>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5"/>
          <p:cNvSpPr txBox="1">
            <a:spLocks noGrp="1"/>
          </p:cNvSpPr>
          <p:nvPr>
            <p:ph type="body" idx="1"/>
          </p:nvPr>
        </p:nvSpPr>
        <p:spPr>
          <a:xfrm>
            <a:off x="755651" y="1752600"/>
            <a:ext cx="5232400" cy="42672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450"/>
              </a:spcBef>
              <a:spcAft>
                <a:spcPts val="0"/>
              </a:spcAft>
              <a:buSzPts val="1800"/>
              <a:buChar char="▪"/>
              <a:defRPr sz="1800"/>
            </a:lvl5pPr>
            <a:lvl6pPr marL="2743200" lvl="5" indent="-342900" algn="l">
              <a:spcBef>
                <a:spcPts val="450"/>
              </a:spcBef>
              <a:spcAft>
                <a:spcPts val="0"/>
              </a:spcAft>
              <a:buSzPts val="1800"/>
              <a:buChar char="▪"/>
              <a:defRPr sz="1800"/>
            </a:lvl6pPr>
            <a:lvl7pPr marL="3200400" lvl="6" indent="-342900" algn="l">
              <a:spcBef>
                <a:spcPts val="450"/>
              </a:spcBef>
              <a:spcAft>
                <a:spcPts val="0"/>
              </a:spcAft>
              <a:buSzPts val="1800"/>
              <a:buChar char="▪"/>
              <a:defRPr sz="1800"/>
            </a:lvl7pPr>
            <a:lvl8pPr marL="3657600" lvl="7" indent="-342900" algn="l">
              <a:spcBef>
                <a:spcPts val="450"/>
              </a:spcBef>
              <a:spcAft>
                <a:spcPts val="0"/>
              </a:spcAft>
              <a:buSzPts val="1800"/>
              <a:buChar char="▪"/>
              <a:defRPr sz="1800"/>
            </a:lvl8pPr>
            <a:lvl9pPr marL="4114800" lvl="8" indent="-342900" algn="l">
              <a:spcBef>
                <a:spcPts val="450"/>
              </a:spcBef>
              <a:spcAft>
                <a:spcPts val="0"/>
              </a:spcAft>
              <a:buSzPts val="1800"/>
              <a:buChar char="▪"/>
              <a:defRPr sz="1800"/>
            </a:lvl9pPr>
          </a:lstStyle>
          <a:p>
            <a:endParaRPr/>
          </a:p>
        </p:txBody>
      </p:sp>
      <p:sp>
        <p:nvSpPr>
          <p:cNvPr id="39" name="Google Shape;39;p15"/>
          <p:cNvSpPr txBox="1">
            <a:spLocks noGrp="1"/>
          </p:cNvSpPr>
          <p:nvPr>
            <p:ph type="body" idx="2"/>
          </p:nvPr>
        </p:nvSpPr>
        <p:spPr>
          <a:xfrm>
            <a:off x="6191251" y="1752600"/>
            <a:ext cx="5232400" cy="42672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450"/>
              </a:spcBef>
              <a:spcAft>
                <a:spcPts val="0"/>
              </a:spcAft>
              <a:buSzPts val="1800"/>
              <a:buChar char="▪"/>
              <a:defRPr sz="1800"/>
            </a:lvl5pPr>
            <a:lvl6pPr marL="2743200" lvl="5" indent="-342900" algn="l">
              <a:spcBef>
                <a:spcPts val="450"/>
              </a:spcBef>
              <a:spcAft>
                <a:spcPts val="0"/>
              </a:spcAft>
              <a:buSzPts val="1800"/>
              <a:buChar char="▪"/>
              <a:defRPr sz="1800"/>
            </a:lvl6pPr>
            <a:lvl7pPr marL="3200400" lvl="6" indent="-342900" algn="l">
              <a:spcBef>
                <a:spcPts val="450"/>
              </a:spcBef>
              <a:spcAft>
                <a:spcPts val="0"/>
              </a:spcAft>
              <a:buSzPts val="1800"/>
              <a:buChar char="▪"/>
              <a:defRPr sz="1800"/>
            </a:lvl7pPr>
            <a:lvl8pPr marL="3657600" lvl="7" indent="-342900" algn="l">
              <a:spcBef>
                <a:spcPts val="450"/>
              </a:spcBef>
              <a:spcAft>
                <a:spcPts val="0"/>
              </a:spcAft>
              <a:buSzPts val="1800"/>
              <a:buChar char="▪"/>
              <a:defRPr sz="1800"/>
            </a:lvl8pPr>
            <a:lvl9pPr marL="4114800" lvl="8" indent="-342900" algn="l">
              <a:spcBef>
                <a:spcPts val="450"/>
              </a:spcBef>
              <a:spcAft>
                <a:spcPts val="0"/>
              </a:spcAft>
              <a:buSzPts val="1800"/>
              <a:buChar char="▪"/>
              <a:defRPr sz="1800"/>
            </a:lvl9pPr>
          </a:lstStyle>
          <a:p>
            <a:endParaRPr/>
          </a:p>
        </p:txBody>
      </p:sp>
      <p:sp>
        <p:nvSpPr>
          <p:cNvPr id="40" name="Google Shape;40;p15"/>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3E0DE556-9B06-4769-A3D3-1387CF7B8CB8}" type="datetime1">
              <a:rPr lang="en-US" smtClean="0"/>
              <a:t>10/12/2026</a:t>
            </a:fld>
            <a:endParaRPr/>
          </a:p>
        </p:txBody>
      </p:sp>
      <p:sp>
        <p:nvSpPr>
          <p:cNvPr id="41" name="Google Shape;41;p1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a:p>
        </p:txBody>
      </p:sp>
      <p:sp>
        <p:nvSpPr>
          <p:cNvPr id="42" name="Google Shape;42;p15"/>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6"/>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400"/>
              </a:spcBef>
              <a:spcAft>
                <a:spcPts val="0"/>
              </a:spcAft>
              <a:buSzPts val="1600"/>
              <a:buNone/>
              <a:defRPr sz="1600" b="1"/>
            </a:lvl5pPr>
            <a:lvl6pPr marL="2743200" lvl="5" indent="-228600" algn="l">
              <a:spcBef>
                <a:spcPts val="400"/>
              </a:spcBef>
              <a:spcAft>
                <a:spcPts val="0"/>
              </a:spcAft>
              <a:buSzPts val="1600"/>
              <a:buNone/>
              <a:defRPr sz="1600" b="1"/>
            </a:lvl6pPr>
            <a:lvl7pPr marL="3200400" lvl="6" indent="-228600" algn="l">
              <a:spcBef>
                <a:spcPts val="400"/>
              </a:spcBef>
              <a:spcAft>
                <a:spcPts val="0"/>
              </a:spcAft>
              <a:buSzPts val="1600"/>
              <a:buNone/>
              <a:defRPr sz="1600" b="1"/>
            </a:lvl7pPr>
            <a:lvl8pPr marL="3657600" lvl="7" indent="-228600" algn="l">
              <a:spcBef>
                <a:spcPts val="400"/>
              </a:spcBef>
              <a:spcAft>
                <a:spcPts val="0"/>
              </a:spcAft>
              <a:buSzPts val="1600"/>
              <a:buNone/>
              <a:defRPr sz="1600" b="1"/>
            </a:lvl8pPr>
            <a:lvl9pPr marL="4114800" lvl="8" indent="-228600" algn="l">
              <a:spcBef>
                <a:spcPts val="400"/>
              </a:spcBef>
              <a:spcAft>
                <a:spcPts val="0"/>
              </a:spcAft>
              <a:buSzPts val="1600"/>
              <a:buNone/>
              <a:defRPr sz="1600" b="1"/>
            </a:lvl9pPr>
          </a:lstStyle>
          <a:p>
            <a:endParaRPr/>
          </a:p>
        </p:txBody>
      </p:sp>
      <p:sp>
        <p:nvSpPr>
          <p:cNvPr id="46" name="Google Shape;46;p16"/>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400"/>
              </a:spcBef>
              <a:spcAft>
                <a:spcPts val="0"/>
              </a:spcAft>
              <a:buSzPts val="1600"/>
              <a:buChar char="▪"/>
              <a:defRPr sz="1600"/>
            </a:lvl5pPr>
            <a:lvl6pPr marL="2743200" lvl="5" indent="-330200" algn="l">
              <a:spcBef>
                <a:spcPts val="400"/>
              </a:spcBef>
              <a:spcAft>
                <a:spcPts val="0"/>
              </a:spcAft>
              <a:buSzPts val="1600"/>
              <a:buChar char="▪"/>
              <a:defRPr sz="1600"/>
            </a:lvl6pPr>
            <a:lvl7pPr marL="3200400" lvl="6" indent="-330200" algn="l">
              <a:spcBef>
                <a:spcPts val="400"/>
              </a:spcBef>
              <a:spcAft>
                <a:spcPts val="0"/>
              </a:spcAft>
              <a:buSzPts val="1600"/>
              <a:buChar char="▪"/>
              <a:defRPr sz="1600"/>
            </a:lvl7pPr>
            <a:lvl8pPr marL="3657600" lvl="7" indent="-330200" algn="l">
              <a:spcBef>
                <a:spcPts val="400"/>
              </a:spcBef>
              <a:spcAft>
                <a:spcPts val="0"/>
              </a:spcAft>
              <a:buSzPts val="1600"/>
              <a:buChar char="▪"/>
              <a:defRPr sz="1600"/>
            </a:lvl8pPr>
            <a:lvl9pPr marL="4114800" lvl="8" indent="-330200" algn="l">
              <a:spcBef>
                <a:spcPts val="400"/>
              </a:spcBef>
              <a:spcAft>
                <a:spcPts val="0"/>
              </a:spcAft>
              <a:buSzPts val="1600"/>
              <a:buChar char="▪"/>
              <a:defRPr sz="1600"/>
            </a:lvl9pPr>
          </a:lstStyle>
          <a:p>
            <a:endParaRPr/>
          </a:p>
        </p:txBody>
      </p:sp>
      <p:sp>
        <p:nvSpPr>
          <p:cNvPr id="47" name="Google Shape;47;p16"/>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400"/>
              </a:spcBef>
              <a:spcAft>
                <a:spcPts val="0"/>
              </a:spcAft>
              <a:buSzPts val="1600"/>
              <a:buNone/>
              <a:defRPr sz="1600" b="1"/>
            </a:lvl5pPr>
            <a:lvl6pPr marL="2743200" lvl="5" indent="-228600" algn="l">
              <a:spcBef>
                <a:spcPts val="400"/>
              </a:spcBef>
              <a:spcAft>
                <a:spcPts val="0"/>
              </a:spcAft>
              <a:buSzPts val="1600"/>
              <a:buNone/>
              <a:defRPr sz="1600" b="1"/>
            </a:lvl6pPr>
            <a:lvl7pPr marL="3200400" lvl="6" indent="-228600" algn="l">
              <a:spcBef>
                <a:spcPts val="400"/>
              </a:spcBef>
              <a:spcAft>
                <a:spcPts val="0"/>
              </a:spcAft>
              <a:buSzPts val="1600"/>
              <a:buNone/>
              <a:defRPr sz="1600" b="1"/>
            </a:lvl7pPr>
            <a:lvl8pPr marL="3657600" lvl="7" indent="-228600" algn="l">
              <a:spcBef>
                <a:spcPts val="400"/>
              </a:spcBef>
              <a:spcAft>
                <a:spcPts val="0"/>
              </a:spcAft>
              <a:buSzPts val="1600"/>
              <a:buNone/>
              <a:defRPr sz="1600" b="1"/>
            </a:lvl8pPr>
            <a:lvl9pPr marL="4114800" lvl="8" indent="-228600" algn="l">
              <a:spcBef>
                <a:spcPts val="400"/>
              </a:spcBef>
              <a:spcAft>
                <a:spcPts val="0"/>
              </a:spcAft>
              <a:buSzPts val="1600"/>
              <a:buNone/>
              <a:defRPr sz="1600" b="1"/>
            </a:lvl9pPr>
          </a:lstStyle>
          <a:p>
            <a:endParaRPr/>
          </a:p>
        </p:txBody>
      </p:sp>
      <p:sp>
        <p:nvSpPr>
          <p:cNvPr id="48" name="Google Shape;48;p16"/>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400"/>
              </a:spcBef>
              <a:spcAft>
                <a:spcPts val="0"/>
              </a:spcAft>
              <a:buSzPts val="1600"/>
              <a:buChar char="▪"/>
              <a:defRPr sz="1600"/>
            </a:lvl5pPr>
            <a:lvl6pPr marL="2743200" lvl="5" indent="-330200" algn="l">
              <a:spcBef>
                <a:spcPts val="400"/>
              </a:spcBef>
              <a:spcAft>
                <a:spcPts val="0"/>
              </a:spcAft>
              <a:buSzPts val="1600"/>
              <a:buChar char="▪"/>
              <a:defRPr sz="1600"/>
            </a:lvl6pPr>
            <a:lvl7pPr marL="3200400" lvl="6" indent="-330200" algn="l">
              <a:spcBef>
                <a:spcPts val="400"/>
              </a:spcBef>
              <a:spcAft>
                <a:spcPts val="0"/>
              </a:spcAft>
              <a:buSzPts val="1600"/>
              <a:buChar char="▪"/>
              <a:defRPr sz="1600"/>
            </a:lvl7pPr>
            <a:lvl8pPr marL="3657600" lvl="7" indent="-330200" algn="l">
              <a:spcBef>
                <a:spcPts val="400"/>
              </a:spcBef>
              <a:spcAft>
                <a:spcPts val="0"/>
              </a:spcAft>
              <a:buSzPts val="1600"/>
              <a:buChar char="▪"/>
              <a:defRPr sz="1600"/>
            </a:lvl8pPr>
            <a:lvl9pPr marL="4114800" lvl="8" indent="-330200" algn="l">
              <a:spcBef>
                <a:spcPts val="400"/>
              </a:spcBef>
              <a:spcAft>
                <a:spcPts val="0"/>
              </a:spcAft>
              <a:buSzPts val="1600"/>
              <a:buChar char="▪"/>
              <a:defRPr sz="1600"/>
            </a:lvl9pPr>
          </a:lstStyle>
          <a:p>
            <a:endParaRPr/>
          </a:p>
        </p:txBody>
      </p:sp>
      <p:sp>
        <p:nvSpPr>
          <p:cNvPr id="49" name="Google Shape;49;p16"/>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7196B0B-D215-463E-9EE4-F62DD7303872}" type="datetime1">
              <a:rPr lang="en-US" smtClean="0"/>
              <a:t>10/12/2026</a:t>
            </a:fld>
            <a:endParaRPr/>
          </a:p>
        </p:txBody>
      </p:sp>
      <p:sp>
        <p:nvSpPr>
          <p:cNvPr id="50" name="Google Shape;50;p1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a:p>
        </p:txBody>
      </p:sp>
      <p:sp>
        <p:nvSpPr>
          <p:cNvPr id="51" name="Google Shape;51;p16"/>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17"/>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7"/>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AEEE44C-A58B-4F82-A3CF-F02B0BEB308A}" type="datetime1">
              <a:rPr lang="en-US" smtClean="0"/>
              <a:t>10/12/2026</a:t>
            </a:fld>
            <a:endParaRPr/>
          </a:p>
        </p:txBody>
      </p:sp>
      <p:sp>
        <p:nvSpPr>
          <p:cNvPr id="55" name="Google Shape;55;p17"/>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a:p>
        </p:txBody>
      </p:sp>
      <p:sp>
        <p:nvSpPr>
          <p:cNvPr id="56" name="Google Shape;56;p17"/>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8"/>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6FFB19B-63F8-4D04-93A8-9EE0352B04F9}" type="datetime1">
              <a:rPr lang="en-US" smtClean="0"/>
              <a:t>10/12/2026</a:t>
            </a:fld>
            <a:endParaRPr/>
          </a:p>
        </p:txBody>
      </p:sp>
      <p:sp>
        <p:nvSpPr>
          <p:cNvPr id="59" name="Google Shape;59;p1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a:p>
        </p:txBody>
      </p:sp>
      <p:sp>
        <p:nvSpPr>
          <p:cNvPr id="60" name="Google Shape;60;p18"/>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9"/>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SzPts val="3200"/>
              <a:buChar char="□"/>
              <a:defRPr sz="3200"/>
            </a:lvl1pPr>
            <a:lvl2pPr marL="914400" lvl="1" indent="-406400" algn="l">
              <a:spcBef>
                <a:spcPts val="560"/>
              </a:spcBef>
              <a:spcAft>
                <a:spcPts val="0"/>
              </a:spcAft>
              <a:buSzPts val="2800"/>
              <a:buChar char="■"/>
              <a:defRPr sz="2800"/>
            </a:lvl2pPr>
            <a:lvl3pPr marL="1371600" lvl="2" indent="-381000" algn="l">
              <a:spcBef>
                <a:spcPts val="480"/>
              </a:spcBef>
              <a:spcAft>
                <a:spcPts val="0"/>
              </a:spcAft>
              <a:buSzPts val="2400"/>
              <a:buChar char="□"/>
              <a:defRPr sz="2400"/>
            </a:lvl3pPr>
            <a:lvl4pPr marL="1828800" lvl="3" indent="-355600" algn="l">
              <a:spcBef>
                <a:spcPts val="400"/>
              </a:spcBef>
              <a:spcAft>
                <a:spcPts val="0"/>
              </a:spcAft>
              <a:buSzPts val="2000"/>
              <a:buChar char="■"/>
              <a:defRPr sz="2000"/>
            </a:lvl4pPr>
            <a:lvl5pPr marL="2286000" lvl="4" indent="-355600" algn="l">
              <a:spcBef>
                <a:spcPts val="500"/>
              </a:spcBef>
              <a:spcAft>
                <a:spcPts val="0"/>
              </a:spcAft>
              <a:buSzPts val="2000"/>
              <a:buChar char="▪"/>
              <a:defRPr sz="2000"/>
            </a:lvl5pPr>
            <a:lvl6pPr marL="2743200" lvl="5" indent="-355600" algn="l">
              <a:spcBef>
                <a:spcPts val="500"/>
              </a:spcBef>
              <a:spcAft>
                <a:spcPts val="0"/>
              </a:spcAft>
              <a:buSzPts val="2000"/>
              <a:buChar char="▪"/>
              <a:defRPr sz="2000"/>
            </a:lvl6pPr>
            <a:lvl7pPr marL="3200400" lvl="6" indent="-355600" algn="l">
              <a:spcBef>
                <a:spcPts val="500"/>
              </a:spcBef>
              <a:spcAft>
                <a:spcPts val="0"/>
              </a:spcAft>
              <a:buSzPts val="2000"/>
              <a:buChar char="▪"/>
              <a:defRPr sz="2000"/>
            </a:lvl7pPr>
            <a:lvl8pPr marL="3657600" lvl="7" indent="-355600" algn="l">
              <a:spcBef>
                <a:spcPts val="500"/>
              </a:spcBef>
              <a:spcAft>
                <a:spcPts val="0"/>
              </a:spcAft>
              <a:buSzPts val="2000"/>
              <a:buChar char="▪"/>
              <a:defRPr sz="2000"/>
            </a:lvl8pPr>
            <a:lvl9pPr marL="4114800" lvl="8" indent="-355600" algn="l">
              <a:spcBef>
                <a:spcPts val="500"/>
              </a:spcBef>
              <a:spcAft>
                <a:spcPts val="0"/>
              </a:spcAft>
              <a:buSzPts val="2000"/>
              <a:buChar char="▪"/>
              <a:defRPr sz="2000"/>
            </a:lvl9pPr>
          </a:lstStyle>
          <a:p>
            <a:endParaRPr/>
          </a:p>
        </p:txBody>
      </p:sp>
      <p:sp>
        <p:nvSpPr>
          <p:cNvPr id="64" name="Google Shape;64;p19"/>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225"/>
              </a:spcBef>
              <a:spcAft>
                <a:spcPts val="0"/>
              </a:spcAft>
              <a:buSzPts val="900"/>
              <a:buNone/>
              <a:defRPr sz="900"/>
            </a:lvl5pPr>
            <a:lvl6pPr marL="2743200" lvl="5" indent="-228600" algn="l">
              <a:spcBef>
                <a:spcPts val="225"/>
              </a:spcBef>
              <a:spcAft>
                <a:spcPts val="0"/>
              </a:spcAft>
              <a:buSzPts val="900"/>
              <a:buNone/>
              <a:defRPr sz="900"/>
            </a:lvl6pPr>
            <a:lvl7pPr marL="3200400" lvl="6" indent="-228600" algn="l">
              <a:spcBef>
                <a:spcPts val="225"/>
              </a:spcBef>
              <a:spcAft>
                <a:spcPts val="0"/>
              </a:spcAft>
              <a:buSzPts val="900"/>
              <a:buNone/>
              <a:defRPr sz="900"/>
            </a:lvl7pPr>
            <a:lvl8pPr marL="3657600" lvl="7" indent="-228600" algn="l">
              <a:spcBef>
                <a:spcPts val="225"/>
              </a:spcBef>
              <a:spcAft>
                <a:spcPts val="0"/>
              </a:spcAft>
              <a:buSzPts val="900"/>
              <a:buNone/>
              <a:defRPr sz="900"/>
            </a:lvl8pPr>
            <a:lvl9pPr marL="4114800" lvl="8" indent="-228600" algn="l">
              <a:spcBef>
                <a:spcPts val="225"/>
              </a:spcBef>
              <a:spcAft>
                <a:spcPts val="0"/>
              </a:spcAft>
              <a:buSzPts val="900"/>
              <a:buNone/>
              <a:defRPr sz="900"/>
            </a:lvl9pPr>
          </a:lstStyle>
          <a:p>
            <a:endParaRPr/>
          </a:p>
        </p:txBody>
      </p:sp>
      <p:sp>
        <p:nvSpPr>
          <p:cNvPr id="65" name="Google Shape;65;p19"/>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AFD539D-4735-4D2F-95AC-45CC9E7715AC}" type="datetime1">
              <a:rPr lang="en-US" smtClean="0"/>
              <a:t>10/12/2026</a:t>
            </a:fld>
            <a:endParaRPr/>
          </a:p>
        </p:txBody>
      </p:sp>
      <p:sp>
        <p:nvSpPr>
          <p:cNvPr id="66" name="Google Shape;66;p19"/>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a:p>
        </p:txBody>
      </p:sp>
      <p:sp>
        <p:nvSpPr>
          <p:cNvPr id="67" name="Google Shape;67;p19"/>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0"/>
          <p:cNvSpPr>
            <a:spLocks noGrp="1"/>
          </p:cNvSpPr>
          <p:nvPr>
            <p:ph type="pic" idx="2"/>
          </p:nvPr>
        </p:nvSpPr>
        <p:spPr>
          <a:xfrm>
            <a:off x="2389717" y="612775"/>
            <a:ext cx="7315200" cy="4114800"/>
          </a:xfrm>
          <a:prstGeom prst="rect">
            <a:avLst/>
          </a:prstGeom>
          <a:noFill/>
          <a:ln>
            <a:noFill/>
          </a:ln>
        </p:spPr>
      </p:sp>
      <p:sp>
        <p:nvSpPr>
          <p:cNvPr id="71" name="Google Shape;71;p20"/>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225"/>
              </a:spcBef>
              <a:spcAft>
                <a:spcPts val="0"/>
              </a:spcAft>
              <a:buSzPts val="900"/>
              <a:buNone/>
              <a:defRPr sz="900"/>
            </a:lvl5pPr>
            <a:lvl6pPr marL="2743200" lvl="5" indent="-228600" algn="l">
              <a:spcBef>
                <a:spcPts val="225"/>
              </a:spcBef>
              <a:spcAft>
                <a:spcPts val="0"/>
              </a:spcAft>
              <a:buSzPts val="900"/>
              <a:buNone/>
              <a:defRPr sz="900"/>
            </a:lvl6pPr>
            <a:lvl7pPr marL="3200400" lvl="6" indent="-228600" algn="l">
              <a:spcBef>
                <a:spcPts val="225"/>
              </a:spcBef>
              <a:spcAft>
                <a:spcPts val="0"/>
              </a:spcAft>
              <a:buSzPts val="900"/>
              <a:buNone/>
              <a:defRPr sz="900"/>
            </a:lvl7pPr>
            <a:lvl8pPr marL="3657600" lvl="7" indent="-228600" algn="l">
              <a:spcBef>
                <a:spcPts val="225"/>
              </a:spcBef>
              <a:spcAft>
                <a:spcPts val="0"/>
              </a:spcAft>
              <a:buSzPts val="900"/>
              <a:buNone/>
              <a:defRPr sz="900"/>
            </a:lvl8pPr>
            <a:lvl9pPr marL="4114800" lvl="8" indent="-228600" algn="l">
              <a:spcBef>
                <a:spcPts val="225"/>
              </a:spcBef>
              <a:spcAft>
                <a:spcPts val="0"/>
              </a:spcAft>
              <a:buSzPts val="900"/>
              <a:buNone/>
              <a:defRPr sz="900"/>
            </a:lvl9pPr>
          </a:lstStyle>
          <a:p>
            <a:endParaRPr/>
          </a:p>
        </p:txBody>
      </p:sp>
      <p:sp>
        <p:nvSpPr>
          <p:cNvPr id="72" name="Google Shape;72;p20"/>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DA3117A1-E607-4972-86C3-9CA9BE868F25}" type="datetime1">
              <a:rPr lang="en-US" smtClean="0"/>
              <a:t>10/12/2026</a:t>
            </a:fld>
            <a:endParaRPr/>
          </a:p>
        </p:txBody>
      </p:sp>
      <p:sp>
        <p:nvSpPr>
          <p:cNvPr id="73" name="Google Shape;73;p20"/>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a:p>
        </p:txBody>
      </p:sp>
      <p:sp>
        <p:nvSpPr>
          <p:cNvPr id="74" name="Google Shape;74;p20"/>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21"/>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1"/>
          <p:cNvSpPr txBox="1">
            <a:spLocks noGrp="1"/>
          </p:cNvSpPr>
          <p:nvPr>
            <p:ph type="body" idx="1"/>
          </p:nvPr>
        </p:nvSpPr>
        <p:spPr>
          <a:xfrm rot="5400000">
            <a:off x="3956051" y="-1447800"/>
            <a:ext cx="4267200" cy="10668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0"/>
              </a:spcAft>
              <a:buSzPts val="1800"/>
              <a:buChar char="▪"/>
              <a:defRPr/>
            </a:lvl9pPr>
          </a:lstStyle>
          <a:p>
            <a:endParaRPr/>
          </a:p>
        </p:txBody>
      </p:sp>
      <p:sp>
        <p:nvSpPr>
          <p:cNvPr id="78" name="Google Shape;78;p21"/>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42D2B04-CA59-489D-8ACC-574EB5480468}" type="datetime1">
              <a:rPr lang="en-US" smtClean="0"/>
              <a:t>10/12/2026</a:t>
            </a:fld>
            <a:endParaRPr/>
          </a:p>
        </p:txBody>
      </p:sp>
      <p:sp>
        <p:nvSpPr>
          <p:cNvPr id="79" name="Google Shape;79;p2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a:p>
        </p:txBody>
      </p:sp>
      <p:sp>
        <p:nvSpPr>
          <p:cNvPr id="80" name="Google Shape;80;p21"/>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rot="5400000">
            <a:off x="7242176" y="1827742"/>
            <a:ext cx="5715000" cy="2669116"/>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body" idx="1"/>
          </p:nvPr>
        </p:nvSpPr>
        <p:spPr>
          <a:xfrm rot="5400000">
            <a:off x="1801284" y="-740833"/>
            <a:ext cx="5715000" cy="7806267"/>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0"/>
              </a:spcAft>
              <a:buSzPts val="1800"/>
              <a:buChar char="▪"/>
              <a:defRPr/>
            </a:lvl9pPr>
          </a:lstStyle>
          <a:p>
            <a:endParaRPr/>
          </a:p>
        </p:txBody>
      </p:sp>
      <p:sp>
        <p:nvSpPr>
          <p:cNvPr id="84" name="Google Shape;84;p22"/>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DCA028A0-5814-4E0F-9FA5-846F2071952A}" type="datetime1">
              <a:rPr lang="en-US" smtClean="0"/>
              <a:t>10/12/2026</a:t>
            </a:fld>
            <a:endParaRPr/>
          </a:p>
        </p:txBody>
      </p:sp>
      <p:sp>
        <p:nvSpPr>
          <p:cNvPr id="85" name="Google Shape;85;p22"/>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a:p>
        </p:txBody>
      </p:sp>
      <p:sp>
        <p:nvSpPr>
          <p:cNvPr id="86" name="Google Shape;86;p22"/>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blip>
          <a:tile tx="0" ty="0" sx="100000" sy="100000" flip="none" algn="tl"/>
        </a:blip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1pPr>
            <a:lvl2pPr marR="0" lvl="1"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2pPr>
            <a:lvl3pPr marR="0" lvl="2"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3pPr>
            <a:lvl4pPr marR="0" lvl="3"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4pPr>
            <a:lvl5pPr marR="0" lvl="4"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5pPr>
            <a:lvl6pPr marR="0" lvl="5"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6pPr>
            <a:lvl7pPr marR="0" lvl="6"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7pPr>
            <a:lvl8pPr marR="0" lvl="7"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8pPr>
            <a:lvl9pPr marR="0" lvl="8"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9pPr>
          </a:lstStyle>
          <a:p>
            <a:endParaRPr/>
          </a:p>
        </p:txBody>
      </p:sp>
      <p:sp>
        <p:nvSpPr>
          <p:cNvPr id="11" name="Google Shape;11;p11"/>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lvl1pPr marL="457200" marR="0" lvl="0" indent="-419100" algn="l" rtl="0">
              <a:spcBef>
                <a:spcPts val="600"/>
              </a:spcBef>
              <a:spcAft>
                <a:spcPts val="0"/>
              </a:spcAft>
              <a:buClr>
                <a:schemeClr val="accent2"/>
              </a:buClr>
              <a:buSzPts val="3000"/>
              <a:buFont typeface="Noto Sans Symbols"/>
              <a:buChar char="□"/>
              <a:defRPr sz="3000" b="0" i="0" u="none" strike="noStrike" cap="none">
                <a:solidFill>
                  <a:schemeClr val="dk1"/>
                </a:solidFill>
                <a:latin typeface="Verdana"/>
                <a:ea typeface="Verdana"/>
                <a:cs typeface="Verdana"/>
                <a:sym typeface="Verdana"/>
              </a:defRPr>
            </a:lvl1pPr>
            <a:lvl2pPr marL="914400" marR="0" lvl="1" indent="-393700" algn="l" rtl="0">
              <a:spcBef>
                <a:spcPts val="520"/>
              </a:spcBef>
              <a:spcAft>
                <a:spcPts val="0"/>
              </a:spcAft>
              <a:buClr>
                <a:schemeClr val="accent2"/>
              </a:buClr>
              <a:buSzPts val="2600"/>
              <a:buFont typeface="Noto Sans Symbols"/>
              <a:buChar char="■"/>
              <a:defRPr sz="2600" b="0" i="0" u="none" strike="noStrike" cap="none">
                <a:solidFill>
                  <a:schemeClr val="dk1"/>
                </a:solidFill>
                <a:latin typeface="Verdana"/>
                <a:ea typeface="Verdana"/>
                <a:cs typeface="Verdana"/>
                <a:sym typeface="Verdana"/>
              </a:defRPr>
            </a:lvl2pPr>
            <a:lvl3pPr marL="1371600" marR="0" lvl="2" indent="-374650" algn="l" rtl="0">
              <a:spcBef>
                <a:spcPts val="460"/>
              </a:spcBef>
              <a:spcAft>
                <a:spcPts val="0"/>
              </a:spcAft>
              <a:buClr>
                <a:schemeClr val="accent2"/>
              </a:buClr>
              <a:buSzPts val="2300"/>
              <a:buFont typeface="Noto Sans Symbols"/>
              <a:buChar char="□"/>
              <a:defRPr sz="2300" b="0" i="0" u="none" strike="noStrike" cap="none">
                <a:solidFill>
                  <a:schemeClr val="dk1"/>
                </a:solidFill>
                <a:latin typeface="Verdana"/>
                <a:ea typeface="Verdana"/>
                <a:cs typeface="Verdana"/>
                <a:sym typeface="Verdana"/>
              </a:defRPr>
            </a:lvl3pPr>
            <a:lvl4pPr marL="1828800" marR="0" lvl="3" indent="-355600" algn="l" rtl="0">
              <a:spcBef>
                <a:spcPts val="400"/>
              </a:spcBef>
              <a:spcAft>
                <a:spcPts val="0"/>
              </a:spcAft>
              <a:buClr>
                <a:schemeClr val="accent2"/>
              </a:buClr>
              <a:buSzPts val="2000"/>
              <a:buFont typeface="Noto Sans Symbols"/>
              <a:buChar char="■"/>
              <a:defRPr sz="2000" b="0" i="0" u="none" strike="noStrike" cap="none">
                <a:solidFill>
                  <a:schemeClr val="dk1"/>
                </a:solidFill>
                <a:latin typeface="Verdana"/>
                <a:ea typeface="Verdana"/>
                <a:cs typeface="Verdana"/>
                <a:sym typeface="Verdana"/>
              </a:defRPr>
            </a:lvl4pPr>
            <a:lvl5pPr marL="2286000" marR="0" lvl="4"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a:ea typeface="Verdana"/>
                <a:cs typeface="Verdana"/>
                <a:sym typeface="Verdana"/>
              </a:defRPr>
            </a:lvl5pPr>
            <a:lvl6pPr marL="2743200" marR="0" lvl="5"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a:ea typeface="Verdana"/>
                <a:cs typeface="Verdana"/>
                <a:sym typeface="Verdana"/>
              </a:defRPr>
            </a:lvl6pPr>
            <a:lvl7pPr marL="3200400" marR="0" lvl="6"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a:ea typeface="Verdana"/>
                <a:cs typeface="Verdana"/>
                <a:sym typeface="Verdana"/>
              </a:defRPr>
            </a:lvl7pPr>
            <a:lvl8pPr marL="3657600" marR="0" lvl="7"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a:ea typeface="Verdana"/>
                <a:cs typeface="Verdana"/>
                <a:sym typeface="Verdana"/>
              </a:defRPr>
            </a:lvl8pPr>
            <a:lvl9pPr marL="4114800" marR="0" lvl="8"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a:ea typeface="Verdana"/>
                <a:cs typeface="Verdana"/>
                <a:sym typeface="Verdana"/>
              </a:defRPr>
            </a:lvl9pPr>
          </a:lstStyle>
          <a:p>
            <a:endParaRPr/>
          </a:p>
        </p:txBody>
      </p:sp>
      <p:sp>
        <p:nvSpPr>
          <p:cNvPr id="12" name="Google Shape;12;p11"/>
          <p:cNvSpPr/>
          <p:nvPr/>
        </p:nvSpPr>
        <p:spPr>
          <a:xfrm>
            <a:off x="812800" y="1566864"/>
            <a:ext cx="10610851" cy="109537"/>
          </a:xfrm>
          <a:custGeom>
            <a:avLst/>
            <a:gdLst/>
            <a:ahLst/>
            <a:cxnLst/>
            <a:rect l="l" t="t" r="r" b="b"/>
            <a:pathLst>
              <a:path w="1000" h="1000" extrusionOk="0">
                <a:moveTo>
                  <a:pt x="0" y="0"/>
                </a:moveTo>
                <a:lnTo>
                  <a:pt x="585" y="0"/>
                </a:lnTo>
                <a:lnTo>
                  <a:pt x="585" y="1000"/>
                </a:lnTo>
                <a:lnTo>
                  <a:pt x="0" y="1000"/>
                </a:lnTo>
                <a:lnTo>
                  <a:pt x="0" y="0"/>
                </a:lnTo>
                <a:close/>
              </a:path>
              <a:path w="1000" h="1000" extrusionOk="0">
                <a:moveTo>
                  <a:pt x="0" y="0"/>
                </a:moveTo>
                <a:lnTo>
                  <a:pt x="1000" y="0"/>
                </a:lnTo>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cxnSp>
        <p:nvCxnSpPr>
          <p:cNvPr id="13" name="Google Shape;13;p11"/>
          <p:cNvCxnSpPr/>
          <p:nvPr/>
        </p:nvCxnSpPr>
        <p:spPr>
          <a:xfrm>
            <a:off x="812800" y="6172200"/>
            <a:ext cx="10566400" cy="0"/>
          </a:xfrm>
          <a:prstGeom prst="straightConnector1">
            <a:avLst/>
          </a:prstGeom>
          <a:noFill/>
          <a:ln w="9525" cap="flat" cmpd="sng">
            <a:solidFill>
              <a:schemeClr val="accent2"/>
            </a:solidFill>
            <a:prstDash val="solid"/>
            <a:round/>
            <a:headEnd type="none" w="med" len="med"/>
            <a:tailEnd type="none" w="med" len="med"/>
          </a:ln>
        </p:spPr>
      </p:cxnSp>
      <p:sp>
        <p:nvSpPr>
          <p:cNvPr id="14" name="Google Shape;14;p11"/>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a:solidFill>
                  <a:schemeClr val="dk1"/>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fld id="{7A71105A-7811-4DF9-AFE0-C623CDF6580F}" type="datetime1">
              <a:rPr lang="en-US" smtClean="0"/>
              <a:t>10/12/2026</a:t>
            </a:fld>
            <a:endParaRPr/>
          </a:p>
        </p:txBody>
      </p:sp>
      <p:sp>
        <p:nvSpPr>
          <p:cNvPr id="15" name="Google Shape;15;p1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a:solidFill>
                  <a:schemeClr val="dk1"/>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r>
              <a:rPr lang="en-IN"/>
              <a:t>ICCDS-2026</a:t>
            </a:r>
            <a:endParaRPr/>
          </a:p>
        </p:txBody>
      </p:sp>
      <p:sp>
        <p:nvSpPr>
          <p:cNvPr id="16" name="Google Shape;16;p11"/>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0" u="none">
                <a:solidFill>
                  <a:schemeClr val="dk1"/>
                </a:solidFill>
                <a:latin typeface="Verdana"/>
                <a:ea typeface="Verdana"/>
                <a:cs typeface="Verdana"/>
                <a:sym typeface="Verdana"/>
              </a:defRPr>
            </a:lvl1pPr>
            <a:lvl2pPr marL="0" marR="0" lvl="1" indent="0" algn="r" rtl="0">
              <a:spcBef>
                <a:spcPts val="0"/>
              </a:spcBef>
              <a:buNone/>
              <a:defRPr sz="1200" b="0" u="none">
                <a:solidFill>
                  <a:schemeClr val="dk1"/>
                </a:solidFill>
                <a:latin typeface="Verdana"/>
                <a:ea typeface="Verdana"/>
                <a:cs typeface="Verdana"/>
                <a:sym typeface="Verdana"/>
              </a:defRPr>
            </a:lvl2pPr>
            <a:lvl3pPr marL="0" marR="0" lvl="2" indent="0" algn="r" rtl="0">
              <a:spcBef>
                <a:spcPts val="0"/>
              </a:spcBef>
              <a:buNone/>
              <a:defRPr sz="1200" b="0" u="none">
                <a:solidFill>
                  <a:schemeClr val="dk1"/>
                </a:solidFill>
                <a:latin typeface="Verdana"/>
                <a:ea typeface="Verdana"/>
                <a:cs typeface="Verdana"/>
                <a:sym typeface="Verdana"/>
              </a:defRPr>
            </a:lvl3pPr>
            <a:lvl4pPr marL="0" marR="0" lvl="3" indent="0" algn="r" rtl="0">
              <a:spcBef>
                <a:spcPts val="0"/>
              </a:spcBef>
              <a:buNone/>
              <a:defRPr sz="1200" b="0" u="none">
                <a:solidFill>
                  <a:schemeClr val="dk1"/>
                </a:solidFill>
                <a:latin typeface="Verdana"/>
                <a:ea typeface="Verdana"/>
                <a:cs typeface="Verdana"/>
                <a:sym typeface="Verdana"/>
              </a:defRPr>
            </a:lvl4pPr>
            <a:lvl5pPr marL="0" marR="0" lvl="4" indent="0" algn="r" rtl="0">
              <a:spcBef>
                <a:spcPts val="0"/>
              </a:spcBef>
              <a:buNone/>
              <a:defRPr sz="1200" b="0" u="none">
                <a:solidFill>
                  <a:schemeClr val="dk1"/>
                </a:solidFill>
                <a:latin typeface="Verdana"/>
                <a:ea typeface="Verdana"/>
                <a:cs typeface="Verdana"/>
                <a:sym typeface="Verdana"/>
              </a:defRPr>
            </a:lvl5pPr>
            <a:lvl6pPr marL="0" marR="0" lvl="5" indent="0" algn="r" rtl="0">
              <a:spcBef>
                <a:spcPts val="0"/>
              </a:spcBef>
              <a:buNone/>
              <a:defRPr sz="1200" b="0" u="none">
                <a:solidFill>
                  <a:schemeClr val="dk1"/>
                </a:solidFill>
                <a:latin typeface="Verdana"/>
                <a:ea typeface="Verdana"/>
                <a:cs typeface="Verdana"/>
                <a:sym typeface="Verdana"/>
              </a:defRPr>
            </a:lvl6pPr>
            <a:lvl7pPr marL="0" marR="0" lvl="6" indent="0" algn="r" rtl="0">
              <a:spcBef>
                <a:spcPts val="0"/>
              </a:spcBef>
              <a:buNone/>
              <a:defRPr sz="1200" b="0" u="none">
                <a:solidFill>
                  <a:schemeClr val="dk1"/>
                </a:solidFill>
                <a:latin typeface="Verdana"/>
                <a:ea typeface="Verdana"/>
                <a:cs typeface="Verdana"/>
                <a:sym typeface="Verdana"/>
              </a:defRPr>
            </a:lvl7pPr>
            <a:lvl8pPr marL="0" marR="0" lvl="7" indent="0" algn="r" rtl="0">
              <a:spcBef>
                <a:spcPts val="0"/>
              </a:spcBef>
              <a:buNone/>
              <a:defRPr sz="1200" b="0" u="none">
                <a:solidFill>
                  <a:schemeClr val="dk1"/>
                </a:solidFill>
                <a:latin typeface="Verdana"/>
                <a:ea typeface="Verdana"/>
                <a:cs typeface="Verdana"/>
                <a:sym typeface="Verdana"/>
              </a:defRPr>
            </a:lvl8pPr>
            <a:lvl9pPr marL="0" marR="0" lvl="8" indent="0" algn="r" rtl="0">
              <a:spcBef>
                <a:spcPts val="0"/>
              </a:spcBef>
              <a:buNone/>
              <a:defRPr sz="1200" b="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react.dev/"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s://www.mongodb.com/docs/" TargetMode="External"/><Relationship Id="rId4" Type="http://schemas.openxmlformats.org/officeDocument/2006/relationships/hyperlink" Target="https://nodejs.org/do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90"/>
        <p:cNvGrpSpPr/>
        <p:nvPr/>
      </p:nvGrpSpPr>
      <p:grpSpPr>
        <a:xfrm>
          <a:off x="0" y="0"/>
          <a:ext cx="0" cy="0"/>
          <a:chOff x="0" y="0"/>
          <a:chExt cx="0" cy="0"/>
        </a:xfrm>
      </p:grpSpPr>
      <p:sp>
        <p:nvSpPr>
          <p:cNvPr id="92" name="Google Shape;92;p1"/>
          <p:cNvSpPr txBox="1"/>
          <p:nvPr/>
        </p:nvSpPr>
        <p:spPr>
          <a:xfrm>
            <a:off x="838200" y="2663243"/>
            <a:ext cx="10515600" cy="1325700"/>
          </a:xfrm>
          <a:prstGeom prst="rect">
            <a:avLst/>
          </a:prstGeom>
          <a:noFill/>
          <a:ln>
            <a:noFill/>
          </a:ln>
        </p:spPr>
        <p:txBody>
          <a:bodyPr spcFirstLastPara="1" wrap="square" lIns="91425" tIns="45700" rIns="91425" bIns="45700" anchor="ctr" anchorCtr="0">
            <a:normAutofit/>
          </a:bodyPr>
          <a:lstStyle/>
          <a:p>
            <a:pPr algn="ctr"/>
            <a:r>
              <a:rPr lang="en-IN" sz="2800" b="1" dirty="0">
                <a:latin typeface="Times New Roman" panose="02020603050405020304" pitchFamily="18" charset="0"/>
                <a:cs typeface="Times New Roman" panose="02020603050405020304" pitchFamily="18" charset="0"/>
              </a:rPr>
              <a:t>AI-BASED SMART BANK QUEUE BALANCER SYSTEM </a:t>
            </a:r>
            <a:endParaRPr lang="en-IN" sz="2800" dirty="0">
              <a:latin typeface="Times New Roman" panose="02020603050405020304" pitchFamily="18" charset="0"/>
              <a:cs typeface="Times New Roman" panose="02020603050405020304" pitchFamily="18" charset="0"/>
            </a:endParaRPr>
          </a:p>
        </p:txBody>
      </p:sp>
      <p:sp>
        <p:nvSpPr>
          <p:cNvPr id="93" name="Google Shape;93;p1"/>
          <p:cNvSpPr txBox="1"/>
          <p:nvPr/>
        </p:nvSpPr>
        <p:spPr>
          <a:xfrm>
            <a:off x="989063" y="4262136"/>
            <a:ext cx="10322700" cy="23082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Noto Sans Symbols"/>
              <a:buNone/>
            </a:pPr>
            <a:endParaRPr lang="en-IN" sz="2400" b="1" dirty="0">
              <a:solidFill>
                <a:schemeClr val="tx1"/>
              </a:solidFill>
              <a:latin typeface="Times New Roman" panose="02020603050405020304" pitchFamily="18" charset="0"/>
              <a:ea typeface="Verdana"/>
              <a:cs typeface="Times New Roman" panose="02020603050405020304" pitchFamily="18" charset="0"/>
              <a:sym typeface="Verdana"/>
            </a:endParaRPr>
          </a:p>
          <a:p>
            <a:pPr>
              <a:buClr>
                <a:srgbClr val="FF0000"/>
              </a:buClr>
              <a:buSzPts val="2400"/>
            </a:pPr>
            <a:r>
              <a:rPr lang="en-IN" sz="2400" b="1" dirty="0">
                <a:solidFill>
                  <a:schemeClr val="tx1"/>
                </a:solidFill>
                <a:latin typeface="Times New Roman" panose="02020603050405020304" pitchFamily="18" charset="0"/>
                <a:ea typeface="Verdana"/>
                <a:cs typeface="Times New Roman" panose="02020603050405020304" pitchFamily="18" charset="0"/>
                <a:sym typeface="Verdana"/>
              </a:rPr>
              <a:t>College Name: RAJALAKSHMI ENGINEERING COLLEGE</a:t>
            </a:r>
          </a:p>
          <a:p>
            <a:pPr>
              <a:buClr>
                <a:srgbClr val="FF0000"/>
              </a:buClr>
              <a:buSzPts val="2400"/>
            </a:pPr>
            <a:endParaRPr lang="en-IN" sz="2400" b="1" dirty="0">
              <a:solidFill>
                <a:schemeClr val="tx1"/>
              </a:solidFill>
              <a:latin typeface="Times New Roman" panose="02020603050405020304" pitchFamily="18" charset="0"/>
              <a:ea typeface="Verdana"/>
              <a:cs typeface="Times New Roman" panose="02020603050405020304" pitchFamily="18" charset="0"/>
            </a:endParaRPr>
          </a:p>
          <a:p>
            <a:pPr>
              <a:buClr>
                <a:srgbClr val="FF0000"/>
              </a:buClr>
              <a:buSzPts val="2400"/>
            </a:pPr>
            <a:r>
              <a:rPr lang="en-IN" sz="2400" b="1" dirty="0">
                <a:solidFill>
                  <a:schemeClr val="tx1"/>
                </a:solidFill>
                <a:latin typeface="Times New Roman" panose="02020603050405020304" pitchFamily="18" charset="0"/>
                <a:ea typeface="Verdana"/>
                <a:cs typeface="Times New Roman" panose="02020603050405020304" pitchFamily="18" charset="0"/>
                <a:sym typeface="Verdana"/>
              </a:rPr>
              <a:t>Presented By: HEMALATHA ST (240701189)</a:t>
            </a:r>
          </a:p>
          <a:p>
            <a:pPr>
              <a:buClr>
                <a:srgbClr val="FF0000"/>
              </a:buClr>
              <a:buSzPts val="2400"/>
            </a:pPr>
            <a:r>
              <a:rPr lang="en-IN" sz="2400" b="1" dirty="0">
                <a:solidFill>
                  <a:schemeClr val="tx1"/>
                </a:solidFill>
                <a:latin typeface="Times New Roman" panose="02020603050405020304" pitchFamily="18" charset="0"/>
                <a:ea typeface="Verdana"/>
                <a:cs typeface="Times New Roman" panose="02020603050405020304" pitchFamily="18" charset="0"/>
                <a:sym typeface="Verdana"/>
              </a:rPr>
              <a:t>                         HEMASHREE R(240701190)</a:t>
            </a:r>
          </a:p>
          <a:p>
            <a:pPr>
              <a:buClr>
                <a:srgbClr val="FF0000"/>
              </a:buClr>
              <a:buSzPts val="2400"/>
            </a:pPr>
            <a:endParaRPr lang="en-IN" sz="2400" b="1" dirty="0">
              <a:solidFill>
                <a:schemeClr val="accent5"/>
              </a:solidFill>
              <a:latin typeface="Times New Roman" panose="02020603050405020304" pitchFamily="18" charset="0"/>
              <a:ea typeface="Verdana"/>
              <a:cs typeface="Times New Roman" panose="02020603050405020304" pitchFamily="18" charset="0"/>
            </a:endParaRPr>
          </a:p>
        </p:txBody>
      </p:sp>
      <p:sp>
        <p:nvSpPr>
          <p:cNvPr id="95" name="Google Shape;95;p1"/>
          <p:cNvSpPr txBox="1"/>
          <p:nvPr/>
        </p:nvSpPr>
        <p:spPr>
          <a:xfrm>
            <a:off x="198375" y="1167250"/>
            <a:ext cx="114627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030A0"/>
              </a:buClr>
              <a:buSzPts val="3600"/>
              <a:buFont typeface="Rockwell"/>
              <a:buNone/>
            </a:pPr>
            <a:r>
              <a:rPr lang="en-US" sz="2400" b="1" dirty="0">
                <a:solidFill>
                  <a:srgbClr val="7030A0"/>
                </a:solidFill>
                <a:latin typeface="Times New Roman" panose="02020603050405020304" pitchFamily="18" charset="0"/>
                <a:ea typeface="Rockwell"/>
                <a:cs typeface="Times New Roman" panose="02020603050405020304" pitchFamily="18" charset="0"/>
                <a:sym typeface="Rockwell"/>
              </a:rPr>
              <a:t>CS23533-FOUNDATIONS OF ARTIFICIAL INTELLIGENCE</a:t>
            </a:r>
            <a:endParaRPr sz="3000"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98" name="Google Shape;98;p1"/>
          <p:cNvSpPr txBox="1"/>
          <p:nvPr/>
        </p:nvSpPr>
        <p:spPr>
          <a:xfrm>
            <a:off x="2564528" y="283762"/>
            <a:ext cx="606180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IN" sz="1800" b="1" dirty="0">
                <a:solidFill>
                  <a:srgbClr val="002060"/>
                </a:solidFill>
                <a:latin typeface="Times New Roman" panose="02020603050405020304" pitchFamily="18" charset="0"/>
                <a:ea typeface="Rockwell"/>
                <a:cs typeface="Times New Roman" panose="02020603050405020304" pitchFamily="18" charset="0"/>
                <a:sym typeface="Rockwell"/>
              </a:rPr>
              <a:t>Department of Computer Science and Engineering </a:t>
            </a:r>
            <a:endParaRPr sz="1800" b="1" dirty="0">
              <a:solidFill>
                <a:srgbClr val="002060"/>
              </a:solidFill>
              <a:latin typeface="Times New Roman" panose="02020603050405020304" pitchFamily="18" charset="0"/>
              <a:ea typeface="Rockwell"/>
              <a:cs typeface="Times New Roman" panose="02020603050405020304" pitchFamily="18" charset="0"/>
              <a:sym typeface="Rockwell"/>
            </a:endParaRPr>
          </a:p>
        </p:txBody>
      </p:sp>
      <p:pic>
        <p:nvPicPr>
          <p:cNvPr id="2" name="Picture 1">
            <a:extLst>
              <a:ext uri="{FF2B5EF4-FFF2-40B4-BE49-F238E27FC236}">
                <a16:creationId xmlns:a16="http://schemas.microsoft.com/office/drawing/2014/main" id="{3772903B-BB46-5E5F-CF9C-EEDA78FD046D}"/>
              </a:ext>
            </a:extLst>
          </p:cNvPr>
          <p:cNvPicPr>
            <a:picLocks noChangeAspect="1"/>
          </p:cNvPicPr>
          <p:nvPr/>
        </p:nvPicPr>
        <p:blipFill>
          <a:blip r:embed="rId4" cstate="print">
            <a:extLst>
              <a:ext uri="{BEBA8EAE-BF5A-486C-A8C5-ECC9F3942E4B}">
                <a14:imgProps xmlns:a14="http://schemas.microsoft.com/office/drawing/2010/main">
                  <a14:imgLayer r:embed="rId5">
                    <a14:imgEffect>
                      <a14:sharpenSoften amount="50000"/>
                    </a14:imgEffect>
                    <a14:imgEffect>
                      <a14:colorTemperature colorTemp="11200"/>
                    </a14:imgEffect>
                    <a14:imgEffect>
                      <a14:saturation sat="40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8626328" y="135105"/>
            <a:ext cx="3030827" cy="10321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762008" y="1"/>
            <a:ext cx="10668000" cy="1215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3600" b="1">
                <a:solidFill>
                  <a:srgbClr val="FF0000"/>
                </a:solidFill>
              </a:rPr>
              <a:t>List of Content</a:t>
            </a:r>
            <a:endParaRPr/>
          </a:p>
        </p:txBody>
      </p:sp>
      <p:sp>
        <p:nvSpPr>
          <p:cNvPr id="104" name="Google Shape;104;p2"/>
          <p:cNvSpPr txBox="1">
            <a:spLocks noGrp="1"/>
          </p:cNvSpPr>
          <p:nvPr>
            <p:ph type="body" idx="1"/>
          </p:nvPr>
        </p:nvSpPr>
        <p:spPr>
          <a:xfrm>
            <a:off x="762001" y="1695449"/>
            <a:ext cx="10668000" cy="4380885"/>
          </a:xfrm>
          <a:prstGeom prst="rect">
            <a:avLst/>
          </a:prstGeom>
          <a:noFill/>
          <a:ln>
            <a:noFill/>
          </a:ln>
        </p:spPr>
        <p:txBody>
          <a:bodyPr spcFirstLastPara="1" wrap="square" lIns="91425" tIns="45700" rIns="91425" bIns="45700" anchor="t" anchorCtr="0">
            <a:noAutofit/>
          </a:bodyPr>
          <a:lstStyle/>
          <a:p>
            <a:pPr marL="469900" marR="0" lvl="0" indent="-419100" algn="l" rtl="0">
              <a:lnSpc>
                <a:spcPct val="100000"/>
              </a:lnSpc>
              <a:spcBef>
                <a:spcPts val="0"/>
              </a:spcBef>
              <a:spcAft>
                <a:spcPts val="0"/>
              </a:spcAft>
              <a:buClr>
                <a:srgbClr val="CC0000"/>
              </a:buClr>
              <a:buSzPts val="2400"/>
              <a:buFont typeface="Times New Roman"/>
              <a:buChar char="□"/>
            </a:pPr>
            <a:r>
              <a:rPr lang="en-IN" sz="2400" dirty="0">
                <a:solidFill>
                  <a:srgbClr val="000000"/>
                </a:solidFill>
                <a:latin typeface="Times New Roman"/>
                <a:ea typeface="Times New Roman"/>
                <a:cs typeface="Times New Roman"/>
                <a:sym typeface="Times New Roman"/>
              </a:rPr>
              <a:t>Abstract</a:t>
            </a:r>
            <a:endParaRPr sz="2400" dirty="0">
              <a:latin typeface="Times New Roman"/>
              <a:ea typeface="Times New Roman"/>
              <a:cs typeface="Times New Roman"/>
              <a:sym typeface="Times New Roman"/>
            </a:endParaRPr>
          </a:p>
          <a:p>
            <a:pPr marL="469900" marR="0" lvl="0" indent="-419100" algn="l" rtl="0">
              <a:lnSpc>
                <a:spcPct val="100000"/>
              </a:lnSpc>
              <a:spcBef>
                <a:spcPts val="640"/>
              </a:spcBef>
              <a:spcAft>
                <a:spcPts val="0"/>
              </a:spcAft>
              <a:buClr>
                <a:srgbClr val="CC0000"/>
              </a:buClr>
              <a:buSzPts val="2400"/>
              <a:buFont typeface="Times New Roman"/>
              <a:buChar char="□"/>
            </a:pPr>
            <a:r>
              <a:rPr lang="en-IN" sz="2400" dirty="0">
                <a:solidFill>
                  <a:srgbClr val="000000"/>
                </a:solidFill>
                <a:latin typeface="Times New Roman"/>
                <a:ea typeface="Times New Roman"/>
                <a:cs typeface="Times New Roman"/>
                <a:sym typeface="Times New Roman"/>
              </a:rPr>
              <a:t>Introduction</a:t>
            </a:r>
            <a:endParaRPr sz="2400" dirty="0">
              <a:latin typeface="Times New Roman"/>
              <a:ea typeface="Times New Roman"/>
              <a:cs typeface="Times New Roman"/>
              <a:sym typeface="Times New Roman"/>
            </a:endParaRPr>
          </a:p>
          <a:p>
            <a:pPr marL="469900" marR="0" lvl="0" indent="-419100" algn="l" rtl="0">
              <a:lnSpc>
                <a:spcPct val="100000"/>
              </a:lnSpc>
              <a:spcBef>
                <a:spcPts val="640"/>
              </a:spcBef>
              <a:spcAft>
                <a:spcPts val="0"/>
              </a:spcAft>
              <a:buClr>
                <a:srgbClr val="CC0000"/>
              </a:buClr>
              <a:buSzPts val="2400"/>
              <a:buFont typeface="Times New Roman"/>
              <a:buChar char="□"/>
            </a:pPr>
            <a:r>
              <a:rPr lang="en-IN" sz="2400" dirty="0">
                <a:solidFill>
                  <a:srgbClr val="000000"/>
                </a:solidFill>
                <a:latin typeface="Times New Roman"/>
                <a:ea typeface="Times New Roman"/>
                <a:cs typeface="Times New Roman"/>
                <a:sym typeface="Times New Roman"/>
              </a:rPr>
              <a:t>Literature Survey</a:t>
            </a:r>
            <a:endParaRPr sz="2400" dirty="0">
              <a:latin typeface="Times New Roman"/>
              <a:ea typeface="Times New Roman"/>
              <a:cs typeface="Times New Roman"/>
              <a:sym typeface="Times New Roman"/>
            </a:endParaRPr>
          </a:p>
          <a:p>
            <a:pPr marL="469900" marR="0" lvl="0" indent="-444500" algn="l" rtl="0">
              <a:lnSpc>
                <a:spcPct val="100000"/>
              </a:lnSpc>
              <a:spcBef>
                <a:spcPts val="560"/>
              </a:spcBef>
              <a:spcAft>
                <a:spcPts val="0"/>
              </a:spcAft>
              <a:buClr>
                <a:srgbClr val="CC0000"/>
              </a:buClr>
              <a:buSzPts val="2400"/>
              <a:buFont typeface="Times New Roman"/>
              <a:buChar char="□"/>
            </a:pPr>
            <a:r>
              <a:rPr lang="en-IN" sz="2400" dirty="0">
                <a:solidFill>
                  <a:srgbClr val="000000"/>
                </a:solidFill>
                <a:latin typeface="Times New Roman"/>
                <a:ea typeface="Times New Roman"/>
                <a:cs typeface="Times New Roman"/>
                <a:sym typeface="Times New Roman"/>
              </a:rPr>
              <a:t>Problem Statement</a:t>
            </a:r>
            <a:endParaRPr sz="2400" dirty="0">
              <a:latin typeface="Times New Roman"/>
              <a:ea typeface="Times New Roman"/>
              <a:cs typeface="Times New Roman"/>
              <a:sym typeface="Times New Roman"/>
            </a:endParaRPr>
          </a:p>
          <a:p>
            <a:pPr marL="469900" marR="0" lvl="0" indent="-444500" algn="l" rtl="0">
              <a:lnSpc>
                <a:spcPct val="100000"/>
              </a:lnSpc>
              <a:spcBef>
                <a:spcPts val="560"/>
              </a:spcBef>
              <a:spcAft>
                <a:spcPts val="0"/>
              </a:spcAft>
              <a:buClr>
                <a:srgbClr val="CC0000"/>
              </a:buClr>
              <a:buSzPts val="2400"/>
              <a:buFont typeface="Times New Roman"/>
              <a:buChar char="□"/>
            </a:pPr>
            <a:r>
              <a:rPr lang="en-IN" sz="2400" dirty="0">
                <a:solidFill>
                  <a:srgbClr val="000000"/>
                </a:solidFill>
                <a:latin typeface="Times New Roman"/>
                <a:ea typeface="Times New Roman"/>
                <a:cs typeface="Times New Roman"/>
                <a:sym typeface="Times New Roman"/>
              </a:rPr>
              <a:t>Proposed work</a:t>
            </a:r>
            <a:endParaRPr sz="2400" dirty="0">
              <a:latin typeface="Times New Roman"/>
              <a:ea typeface="Times New Roman"/>
              <a:cs typeface="Times New Roman"/>
              <a:sym typeface="Times New Roman"/>
            </a:endParaRPr>
          </a:p>
          <a:p>
            <a:pPr marL="469900" marR="0" lvl="0" indent="-444500" algn="l" rtl="0">
              <a:lnSpc>
                <a:spcPct val="100000"/>
              </a:lnSpc>
              <a:spcBef>
                <a:spcPts val="560"/>
              </a:spcBef>
              <a:spcAft>
                <a:spcPts val="0"/>
              </a:spcAft>
              <a:buClr>
                <a:srgbClr val="CC0000"/>
              </a:buClr>
              <a:buSzPts val="2400"/>
              <a:buFont typeface="Times New Roman"/>
              <a:buChar char="□"/>
            </a:pPr>
            <a:r>
              <a:rPr lang="en-IN" sz="2400" dirty="0">
                <a:solidFill>
                  <a:srgbClr val="000000"/>
                </a:solidFill>
                <a:latin typeface="Times New Roman"/>
                <a:ea typeface="Times New Roman"/>
                <a:cs typeface="Times New Roman"/>
                <a:sym typeface="Times New Roman"/>
              </a:rPr>
              <a:t>System Architecture</a:t>
            </a:r>
          </a:p>
          <a:p>
            <a:pPr marL="469900" marR="0" lvl="0" indent="-444500" algn="l" rtl="0">
              <a:lnSpc>
                <a:spcPct val="100000"/>
              </a:lnSpc>
              <a:spcBef>
                <a:spcPts val="560"/>
              </a:spcBef>
              <a:spcAft>
                <a:spcPts val="0"/>
              </a:spcAft>
              <a:buClr>
                <a:srgbClr val="CC0000"/>
              </a:buClr>
              <a:buSzPts val="2400"/>
              <a:buFont typeface="Times New Roman"/>
              <a:buChar char="□"/>
            </a:pPr>
            <a:r>
              <a:rPr lang="en-IN" sz="2400" dirty="0">
                <a:solidFill>
                  <a:srgbClr val="000000"/>
                </a:solidFill>
                <a:latin typeface="Times New Roman"/>
                <a:ea typeface="Times New Roman"/>
                <a:cs typeface="Times New Roman"/>
                <a:sym typeface="Times New Roman"/>
              </a:rPr>
              <a:t>Methodology</a:t>
            </a:r>
            <a:endParaRPr sz="2400" dirty="0">
              <a:latin typeface="Times New Roman"/>
              <a:ea typeface="Times New Roman"/>
              <a:cs typeface="Times New Roman"/>
              <a:sym typeface="Times New Roman"/>
            </a:endParaRPr>
          </a:p>
          <a:p>
            <a:pPr marL="469900" marR="0" lvl="0" indent="-444500" algn="l" rtl="0">
              <a:lnSpc>
                <a:spcPct val="100000"/>
              </a:lnSpc>
              <a:spcBef>
                <a:spcPts val="560"/>
              </a:spcBef>
              <a:spcAft>
                <a:spcPts val="0"/>
              </a:spcAft>
              <a:buClr>
                <a:srgbClr val="CC0000"/>
              </a:buClr>
              <a:buSzPts val="2400"/>
              <a:buFont typeface="Times New Roman"/>
              <a:buChar char="□"/>
            </a:pPr>
            <a:r>
              <a:rPr lang="en-IN" sz="2400" dirty="0">
                <a:solidFill>
                  <a:srgbClr val="000000"/>
                </a:solidFill>
                <a:latin typeface="Times New Roman"/>
                <a:ea typeface="Times New Roman"/>
                <a:cs typeface="Times New Roman"/>
                <a:sym typeface="Times New Roman"/>
              </a:rPr>
              <a:t>Results and Discussions</a:t>
            </a:r>
            <a:endParaRPr sz="2400" dirty="0">
              <a:solidFill>
                <a:srgbClr val="000000"/>
              </a:solidFill>
              <a:latin typeface="Times New Roman"/>
              <a:ea typeface="Times New Roman"/>
              <a:cs typeface="Times New Roman"/>
              <a:sym typeface="Times New Roman"/>
            </a:endParaRPr>
          </a:p>
          <a:p>
            <a:pPr marL="469900" marR="0" lvl="0" indent="-444500" algn="l" rtl="0">
              <a:lnSpc>
                <a:spcPct val="100000"/>
              </a:lnSpc>
              <a:spcBef>
                <a:spcPts val="560"/>
              </a:spcBef>
              <a:spcAft>
                <a:spcPts val="0"/>
              </a:spcAft>
              <a:buClr>
                <a:srgbClr val="000000"/>
              </a:buClr>
              <a:buSzPts val="2400"/>
              <a:buFont typeface="Times New Roman"/>
              <a:buChar char="□"/>
            </a:pPr>
            <a:r>
              <a:rPr lang="en-IN" sz="2400" dirty="0">
                <a:solidFill>
                  <a:srgbClr val="000000"/>
                </a:solidFill>
                <a:latin typeface="Times New Roman"/>
                <a:ea typeface="Times New Roman"/>
                <a:cs typeface="Times New Roman"/>
                <a:sym typeface="Times New Roman"/>
              </a:rPr>
              <a:t>Conclusion</a:t>
            </a:r>
            <a:endParaRPr sz="2400" dirty="0">
              <a:solidFill>
                <a:srgbClr val="000000"/>
              </a:solidFill>
              <a:latin typeface="Times New Roman"/>
              <a:ea typeface="Times New Roman"/>
              <a:cs typeface="Times New Roman"/>
              <a:sym typeface="Times New Roman"/>
            </a:endParaRPr>
          </a:p>
          <a:p>
            <a:pPr marL="469900" marR="0" lvl="0" indent="-444500" algn="l" rtl="0">
              <a:lnSpc>
                <a:spcPct val="100000"/>
              </a:lnSpc>
              <a:spcBef>
                <a:spcPts val="560"/>
              </a:spcBef>
              <a:spcAft>
                <a:spcPts val="0"/>
              </a:spcAft>
              <a:buClr>
                <a:srgbClr val="CC0000"/>
              </a:buClr>
              <a:buSzPts val="2400"/>
              <a:buFont typeface="Times New Roman"/>
              <a:buChar char="□"/>
            </a:pPr>
            <a:r>
              <a:rPr lang="en-IN" sz="2400" i="0" u="none" strike="noStrike" cap="none" dirty="0">
                <a:solidFill>
                  <a:srgbClr val="000000"/>
                </a:solidFill>
                <a:latin typeface="Times New Roman"/>
                <a:ea typeface="Times New Roman"/>
                <a:cs typeface="Times New Roman"/>
                <a:sym typeface="Times New Roman"/>
              </a:rPr>
              <a:t>References </a:t>
            </a:r>
            <a:br>
              <a:rPr lang="en-IN" sz="2400" i="0" u="none" strike="noStrike" cap="none" dirty="0">
                <a:solidFill>
                  <a:srgbClr val="000000"/>
                </a:solidFill>
                <a:latin typeface="Times New Roman"/>
                <a:ea typeface="Times New Roman"/>
                <a:cs typeface="Times New Roman"/>
                <a:sym typeface="Times New Roman"/>
              </a:rPr>
            </a:br>
            <a:endParaRPr sz="2400" i="0" u="none" strike="noStrike" cap="none" dirty="0">
              <a:solidFill>
                <a:srgbClr val="000000"/>
              </a:solidFill>
              <a:latin typeface="Times New Roman"/>
              <a:ea typeface="Times New Roman"/>
              <a:cs typeface="Times New Roman"/>
              <a:sym typeface="Times New Roman"/>
            </a:endParaRPr>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Font typeface="Arial"/>
              <a:buNone/>
            </a:pPr>
            <a:r>
              <a:rPr lang="en-IN" sz="3200" b="1">
                <a:solidFill>
                  <a:srgbClr val="FF0000"/>
                </a:solidFill>
              </a:rPr>
              <a:t>Abstract</a:t>
            </a:r>
            <a:endParaRPr sz="2800"/>
          </a:p>
        </p:txBody>
      </p:sp>
      <p:sp>
        <p:nvSpPr>
          <p:cNvPr id="113" name="Google Shape;113;p3"/>
          <p:cNvSpPr txBox="1">
            <a:spLocks noGrp="1"/>
          </p:cNvSpPr>
          <p:nvPr>
            <p:ph type="body" idx="1"/>
          </p:nvPr>
        </p:nvSpPr>
        <p:spPr>
          <a:xfrm>
            <a:off x="762000" y="1900084"/>
            <a:ext cx="10668000" cy="4267200"/>
          </a:xfrm>
          <a:prstGeom prst="rect">
            <a:avLst/>
          </a:prstGeom>
          <a:noFill/>
          <a:ln>
            <a:noFill/>
          </a:ln>
        </p:spPr>
        <p:txBody>
          <a:bodyPr spcFirstLastPara="1" wrap="square" lIns="91425" tIns="45700" rIns="91425" bIns="45700" anchor="t" anchorCtr="0">
            <a:noAutofit/>
          </a:bodyPr>
          <a:lstStyle/>
          <a:p>
            <a:pPr marL="114300" indent="0">
              <a:buNone/>
            </a:pPr>
            <a:r>
              <a:rPr lang="en-IN" sz="2000" dirty="0"/>
              <a:t>AI-BASED SMART BANK QUEUE BALANCER SYSTEM is a web-based system designed to improve customer flow and reduce waiting time in banks. Customers can register, log in, scan a permanent QR code at the bank entrance, and select their required banking service. The system displays available queues and their current customer counts. Artificial Intelligence techniques are used to evaluate queue conditions and recommend a suitable queue based on factors such as waiting count and queue capacity. Staff members can manage their assigned queues through a separate login, while administrators monitor queue activities and reset counts daily. The proposed system aims to reduce congestion, improve queue distribution, and provide an organized and efficient banking experience.</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120"/>
        <p:cNvGrpSpPr/>
        <p:nvPr/>
      </p:nvGrpSpPr>
      <p:grpSpPr>
        <a:xfrm>
          <a:off x="0" y="0"/>
          <a:ext cx="0" cy="0"/>
          <a:chOff x="0" y="0"/>
          <a:chExt cx="0" cy="0"/>
        </a:xfrm>
      </p:grpSpPr>
      <p:sp>
        <p:nvSpPr>
          <p:cNvPr id="121" name="Google Shape;121;p4"/>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3200" b="1" dirty="0">
                <a:solidFill>
                  <a:srgbClr val="FF0000"/>
                </a:solidFill>
              </a:rPr>
              <a:t>Introduction</a:t>
            </a:r>
            <a:endParaRPr sz="2800" dirty="0"/>
          </a:p>
        </p:txBody>
      </p:sp>
      <p:sp>
        <p:nvSpPr>
          <p:cNvPr id="122" name="Google Shape;122;p4"/>
          <p:cNvSpPr txBox="1">
            <a:spLocks noGrp="1"/>
          </p:cNvSpPr>
          <p:nvPr>
            <p:ph type="body" idx="1"/>
          </p:nvPr>
        </p:nvSpPr>
        <p:spPr>
          <a:xfrm>
            <a:off x="766233" y="1890251"/>
            <a:ext cx="10668000" cy="4267200"/>
          </a:xfrm>
          <a:prstGeom prst="rect">
            <a:avLst/>
          </a:prstGeom>
          <a:noFill/>
          <a:ln>
            <a:noFill/>
          </a:ln>
        </p:spPr>
        <p:txBody>
          <a:bodyPr spcFirstLastPara="1" wrap="square" lIns="91425" tIns="45700" rIns="91425" bIns="45700" anchor="t" anchorCtr="0">
            <a:noAutofit/>
          </a:bodyPr>
          <a:lstStyle/>
          <a:p>
            <a:pPr marL="0" indent="0">
              <a:spcBef>
                <a:spcPts val="0"/>
              </a:spcBef>
              <a:buClr>
                <a:srgbClr val="CC0000"/>
              </a:buClr>
              <a:buSzPts val="3200"/>
              <a:buNone/>
            </a:pPr>
            <a:r>
              <a:rPr lang="en-IN" sz="2000" dirty="0"/>
              <a:t>AI-BASED SMART BANK QUEUE BALANCER SYSTEM is a web-based system designed to improve queue management and reduce customer waiting time in banks. Traditional banking systems often face problems such as long queues, overcrowding, and uneven distribution of customers among service counters. The proposed system uses a permanent QR code placed at the bank entrance, allowing customers to access the application, select their required banking service, and view the current queue count. Artificial Intelligence techniques help evaluate queue conditions and recommend a suitable queue based on factors such as customer count and queue capacity. Separate interfaces for customers, staff, and administrators support efficient queue monitoring and management. This system aims to improve customer flow, reduce congestion, and provide a more organized and convenient banking experience.</a:t>
            </a:r>
          </a:p>
          <a:p>
            <a:pPr marL="0" marR="0" lvl="0" indent="0" algn="l" rtl="0">
              <a:lnSpc>
                <a:spcPct val="100000"/>
              </a:lnSpc>
              <a:spcBef>
                <a:spcPts val="0"/>
              </a:spcBef>
              <a:spcAft>
                <a:spcPts val="0"/>
              </a:spcAft>
              <a:buClr>
                <a:srgbClr val="CC0000"/>
              </a:buClr>
              <a:buSzPts val="3200"/>
              <a:buNone/>
            </a:pPr>
            <a:endParaRPr sz="3200" b="0" i="0" u="none" strike="noStrike" cap="none" dirty="0">
              <a:solidFill>
                <a:srgbClr val="000000"/>
              </a:solidFill>
              <a:latin typeface="Verdana"/>
              <a:ea typeface="Verdana"/>
              <a:cs typeface="Verdana"/>
              <a:sym typeface="Verdana"/>
            </a:endParaRPr>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129"/>
        <p:cNvGrpSpPr/>
        <p:nvPr/>
      </p:nvGrpSpPr>
      <p:grpSpPr>
        <a:xfrm>
          <a:off x="0" y="0"/>
          <a:ext cx="0" cy="0"/>
          <a:chOff x="0" y="0"/>
          <a:chExt cx="0" cy="0"/>
        </a:xfrm>
      </p:grpSpPr>
      <p:sp>
        <p:nvSpPr>
          <p:cNvPr id="130" name="Google Shape;130;p5"/>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Font typeface="Arial"/>
              <a:buNone/>
            </a:pPr>
            <a:r>
              <a:rPr lang="en-IN" sz="2800" b="1">
                <a:solidFill>
                  <a:srgbClr val="FF0000"/>
                </a:solidFill>
              </a:rPr>
              <a:t>Literature Survey</a:t>
            </a:r>
            <a:endParaRPr sz="2800"/>
          </a:p>
        </p:txBody>
      </p:sp>
      <p:sp>
        <p:nvSpPr>
          <p:cNvPr id="131" name="Google Shape;131;p5"/>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lvl="0"/>
            <a:r>
              <a:rPr lang="en-IN" sz="2000" b="1" dirty="0"/>
              <a:t>Traditional Queue Management:</a:t>
            </a:r>
            <a:r>
              <a:rPr lang="en-IN" sz="2000" dirty="0"/>
              <a:t> Uses physical lines and manual token systems, which may cause congestion.</a:t>
            </a:r>
          </a:p>
          <a:p>
            <a:pPr lvl="0"/>
            <a:r>
              <a:rPr lang="en-IN" sz="2000" b="1" dirty="0"/>
              <a:t>Digital Token Systems:</a:t>
            </a:r>
            <a:r>
              <a:rPr lang="en-IN" sz="2000" dirty="0"/>
              <a:t> Allow customers to obtain tokens electronically but may offer limited queue optimization.</a:t>
            </a:r>
          </a:p>
          <a:p>
            <a:pPr lvl="0"/>
            <a:r>
              <a:rPr lang="en-IN" sz="2000" b="1" dirty="0"/>
              <a:t>QR-Based Systems:</a:t>
            </a:r>
            <a:r>
              <a:rPr lang="en-IN" sz="2000" dirty="0"/>
              <a:t> Provide convenient access to digital services through QR code scanning.</a:t>
            </a:r>
          </a:p>
          <a:p>
            <a:pPr lvl="0"/>
            <a:r>
              <a:rPr lang="en-IN" sz="2000" b="1" dirty="0"/>
              <a:t>AI-Based Queue Management:</a:t>
            </a:r>
            <a:r>
              <a:rPr lang="en-IN" sz="2000" dirty="0"/>
              <a:t> Applies search strategies and decision-making techniques to improve resource allocation.</a:t>
            </a:r>
          </a:p>
          <a:p>
            <a:pPr lvl="0"/>
            <a:r>
              <a:rPr lang="en-IN" sz="2000" b="1" dirty="0"/>
              <a:t>Research Gap:</a:t>
            </a:r>
            <a:r>
              <a:rPr lang="en-IN" sz="2000" dirty="0"/>
              <a:t> An integrated banking system combining QR-based access, live queue monitoring, staff management, and AI-based queue recommendations is needed.</a:t>
            </a:r>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138"/>
        <p:cNvGrpSpPr/>
        <p:nvPr/>
      </p:nvGrpSpPr>
      <p:grpSpPr>
        <a:xfrm>
          <a:off x="0" y="0"/>
          <a:ext cx="0" cy="0"/>
          <a:chOff x="0" y="0"/>
          <a:chExt cx="0" cy="0"/>
        </a:xfrm>
      </p:grpSpPr>
      <p:sp>
        <p:nvSpPr>
          <p:cNvPr id="139" name="Google Shape;139;p6"/>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Font typeface="Arial"/>
              <a:buNone/>
            </a:pPr>
            <a:r>
              <a:rPr lang="en-IN" sz="2800" b="1">
                <a:solidFill>
                  <a:srgbClr val="FF0000"/>
                </a:solidFill>
              </a:rPr>
              <a:t>Problem Statement</a:t>
            </a:r>
            <a:endParaRPr sz="2800"/>
          </a:p>
        </p:txBody>
      </p:sp>
      <p:sp>
        <p:nvSpPr>
          <p:cNvPr id="140" name="Google Shape;140;p6"/>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marL="0" indent="0">
              <a:spcBef>
                <a:spcPts val="600"/>
              </a:spcBef>
              <a:buSzPts val="3000"/>
              <a:buNone/>
            </a:pPr>
            <a:r>
              <a:rPr lang="en-IN" sz="2000" dirty="0"/>
              <a:t>Traditional banking systems often face challenges such as long waiting times, overcrowded service areas, and uneven distribution of customers among different service queues. Customers may find it difficult to identify less crowded queues due to the lack of real-time information about the number of waiting customers. Manual queue management also increases the workload of bank staff and may lead to delays in service delivery. Therefore, there is a need for an intelligent and centralized queue management system that monitors queue conditions, provides real-time queue information, and recommends suitable queues based on customer count and queue capacity. The Smart Queue Balancer for Banking Services aims to address these problems by improving queue distribution, reducing congestion, and enhancing the efficiency of banking services.</a:t>
            </a:r>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7"/>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2800" b="1">
                <a:solidFill>
                  <a:srgbClr val="FF0000"/>
                </a:solidFill>
              </a:rPr>
              <a:t>Proposed Work</a:t>
            </a:r>
            <a:endParaRPr/>
          </a:p>
        </p:txBody>
      </p:sp>
      <p:sp>
        <p:nvSpPr>
          <p:cNvPr id="149" name="Google Shape;149;p7"/>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lvl="0"/>
            <a:r>
              <a:rPr lang="en-IN" sz="2000" dirty="0"/>
              <a:t>Develop a web-based smart queue management system exclusively for banks.</a:t>
            </a:r>
          </a:p>
          <a:p>
            <a:pPr lvl="0"/>
            <a:r>
              <a:rPr lang="en-IN" sz="2000" dirty="0"/>
              <a:t>Provide separate login portals for customers and staff.</a:t>
            </a:r>
          </a:p>
          <a:p>
            <a:pPr lvl="0"/>
            <a:r>
              <a:rPr lang="en-IN" sz="2000" dirty="0"/>
              <a:t>Use a permanent QR code placed at the bank entrance.</a:t>
            </a:r>
          </a:p>
          <a:p>
            <a:pPr lvl="0"/>
            <a:r>
              <a:rPr lang="en-IN" sz="2000" dirty="0"/>
              <a:t>Display service options and live queue counts.</a:t>
            </a:r>
          </a:p>
          <a:p>
            <a:pPr lvl="0"/>
            <a:r>
              <a:rPr lang="en-IN" sz="2000" dirty="0"/>
              <a:t>Apply AI-based decision-making to recommend suitable queues.</a:t>
            </a:r>
          </a:p>
          <a:p>
            <a:pPr lvl="0"/>
            <a:r>
              <a:rPr lang="en-IN" sz="2000" dirty="0"/>
              <a:t>Allow staff to update queue counts while serving customers.</a:t>
            </a:r>
          </a:p>
          <a:p>
            <a:pPr lvl="0"/>
            <a:r>
              <a:rPr lang="en-IN" sz="2000" dirty="0"/>
              <a:t>Enable administrators to monitor queues and reset counts daily.</a:t>
            </a:r>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8"/>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2800" b="1" dirty="0">
                <a:solidFill>
                  <a:srgbClr val="FF0000"/>
                </a:solidFill>
              </a:rPr>
              <a:t>System Architecture</a:t>
            </a:r>
            <a:endParaRPr sz="2800" dirty="0"/>
          </a:p>
        </p:txBody>
      </p:sp>
      <p:sp>
        <p:nvSpPr>
          <p:cNvPr id="158" name="Google Shape;158;p8"/>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C0000"/>
              </a:buClr>
              <a:buSzPts val="3200"/>
              <a:buNone/>
            </a:pPr>
            <a:endParaRPr sz="3200" b="0" i="0" u="none" strike="noStrike" cap="none" dirty="0">
              <a:solidFill>
                <a:srgbClr val="000000"/>
              </a:solidFill>
              <a:latin typeface="Verdana"/>
              <a:ea typeface="Verdana"/>
              <a:cs typeface="Verdana"/>
              <a:sym typeface="Verdana"/>
            </a:endParaRPr>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8</a:t>
            </a:fld>
            <a:endParaRPr lang="en-IN"/>
          </a:p>
        </p:txBody>
      </p:sp>
      <p:pic>
        <p:nvPicPr>
          <p:cNvPr id="4" name="Picture 3">
            <a:extLst>
              <a:ext uri="{FF2B5EF4-FFF2-40B4-BE49-F238E27FC236}">
                <a16:creationId xmlns:a16="http://schemas.microsoft.com/office/drawing/2014/main" id="{3829EC3B-BBEF-1420-C244-CE4901635245}"/>
              </a:ext>
            </a:extLst>
          </p:cNvPr>
          <p:cNvPicPr>
            <a:picLocks noChangeAspect="1"/>
          </p:cNvPicPr>
          <p:nvPr/>
        </p:nvPicPr>
        <p:blipFill>
          <a:blip r:embed="rId3"/>
          <a:stretch>
            <a:fillRect/>
          </a:stretch>
        </p:blipFill>
        <p:spPr>
          <a:xfrm>
            <a:off x="2336800" y="1731963"/>
            <a:ext cx="6634480" cy="44005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FE535E87-FD1A-DF47-B8A6-C6332B31DB8F}"/>
            </a:ext>
          </a:extLst>
        </p:cNvPr>
        <p:cNvGrpSpPr/>
        <p:nvPr/>
      </p:nvGrpSpPr>
      <p:grpSpPr>
        <a:xfrm>
          <a:off x="0" y="0"/>
          <a:ext cx="0" cy="0"/>
          <a:chOff x="0" y="0"/>
          <a:chExt cx="0" cy="0"/>
        </a:xfrm>
      </p:grpSpPr>
      <p:sp>
        <p:nvSpPr>
          <p:cNvPr id="157" name="Google Shape;157;p8">
            <a:extLst>
              <a:ext uri="{FF2B5EF4-FFF2-40B4-BE49-F238E27FC236}">
                <a16:creationId xmlns:a16="http://schemas.microsoft.com/office/drawing/2014/main" id="{D9808CCC-9E55-7028-0E69-37FDC1CBB105}"/>
              </a:ext>
            </a:extLst>
          </p:cNvPr>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2800" b="1" dirty="0">
                <a:solidFill>
                  <a:srgbClr val="FF0000"/>
                </a:solidFill>
              </a:rPr>
              <a:t>Methodology</a:t>
            </a:r>
            <a:endParaRPr sz="2800" dirty="0"/>
          </a:p>
        </p:txBody>
      </p:sp>
      <p:sp>
        <p:nvSpPr>
          <p:cNvPr id="158" name="Google Shape;158;p8">
            <a:extLst>
              <a:ext uri="{FF2B5EF4-FFF2-40B4-BE49-F238E27FC236}">
                <a16:creationId xmlns:a16="http://schemas.microsoft.com/office/drawing/2014/main" id="{E6BC4A78-F312-697B-F6A2-EE0DE7EB8574}"/>
              </a:ext>
            </a:extLst>
          </p:cNvPr>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lvl="0"/>
            <a:r>
              <a:rPr lang="en-IN" sz="2000" b="1" dirty="0"/>
              <a:t>Registration and Login:</a:t>
            </a:r>
            <a:r>
              <a:rPr lang="en-IN" sz="2000" dirty="0"/>
              <a:t> Customers and staff access their respective portals.</a:t>
            </a:r>
          </a:p>
          <a:p>
            <a:pPr lvl="0"/>
            <a:r>
              <a:rPr lang="en-IN" sz="2000" b="1" dirty="0"/>
              <a:t>QR Code Scanning:</a:t>
            </a:r>
            <a:r>
              <a:rPr lang="en-IN" sz="2000" dirty="0"/>
              <a:t> Customers scan the permanent code at the bank entrance.</a:t>
            </a:r>
          </a:p>
          <a:p>
            <a:pPr lvl="0"/>
            <a:r>
              <a:rPr lang="en-IN" sz="2000" b="1" dirty="0"/>
              <a:t>Service Selection:</a:t>
            </a:r>
            <a:r>
              <a:rPr lang="en-IN" sz="2000" dirty="0"/>
              <a:t> Customers select a required banking service.</a:t>
            </a:r>
          </a:p>
          <a:p>
            <a:pPr lvl="0"/>
            <a:r>
              <a:rPr lang="en-IN" sz="2000" b="1" dirty="0"/>
              <a:t>Queue Monitoring:</a:t>
            </a:r>
            <a:r>
              <a:rPr lang="en-IN" sz="2000" dirty="0"/>
              <a:t> The system displays the current count for each queue.</a:t>
            </a:r>
          </a:p>
          <a:p>
            <a:pPr lvl="0"/>
            <a:r>
              <a:rPr lang="en-IN" sz="2000" b="1" dirty="0"/>
              <a:t>Queue Recommendation:</a:t>
            </a:r>
            <a:r>
              <a:rPr lang="en-IN" sz="2000" dirty="0"/>
              <a:t> AI-based decision-making evaluates queue conditions.</a:t>
            </a:r>
          </a:p>
          <a:p>
            <a:pPr lvl="0"/>
            <a:r>
              <a:rPr lang="en-IN" sz="2000" b="1" dirty="0"/>
              <a:t>Staff Queue Updates:</a:t>
            </a:r>
            <a:r>
              <a:rPr lang="en-IN" sz="2000" dirty="0"/>
              <a:t> Staff update queue counts after serving customers.</a:t>
            </a:r>
          </a:p>
          <a:p>
            <a:pPr lvl="0"/>
            <a:r>
              <a:rPr lang="en-IN" sz="2000" b="1" dirty="0"/>
              <a:t>Daily Reset:</a:t>
            </a:r>
            <a:r>
              <a:rPr lang="en-IN" sz="2000" dirty="0"/>
              <a:t> The administrator resets queue counts at the end of the day.</a:t>
            </a:r>
          </a:p>
          <a:p>
            <a:pPr marL="0" lvl="0" indent="0" algn="l" rtl="0">
              <a:spcBef>
                <a:spcPts val="600"/>
              </a:spcBef>
              <a:spcAft>
                <a:spcPts val="0"/>
              </a:spcAft>
              <a:buSzPts val="3000"/>
              <a:buNone/>
            </a:pPr>
            <a:endParaRPr dirty="0"/>
          </a:p>
        </p:txBody>
      </p:sp>
      <p:sp>
        <p:nvSpPr>
          <p:cNvPr id="160" name="Google Shape;160;p8">
            <a:extLst>
              <a:ext uri="{FF2B5EF4-FFF2-40B4-BE49-F238E27FC236}">
                <a16:creationId xmlns:a16="http://schemas.microsoft.com/office/drawing/2014/main" id="{E7B35BDE-5DFD-3D06-5483-CCF49FB99ADC}"/>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Verdana"/>
              <a:buNone/>
            </a:pPr>
            <a:r>
              <a:rPr lang="en-IN" sz="1200" b="0" i="0" u="none" strike="noStrike" cap="none" dirty="0">
                <a:solidFill>
                  <a:srgbClr val="000000"/>
                </a:solidFill>
                <a:latin typeface="Verdana"/>
                <a:ea typeface="Verdana"/>
                <a:cs typeface="Verdana"/>
                <a:sym typeface="Verdana"/>
              </a:rPr>
              <a:t>ICCS-2026</a:t>
            </a: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9</a:t>
            </a:fld>
            <a:endParaRPr lang="en-IN"/>
          </a:p>
        </p:txBody>
      </p:sp>
    </p:spTree>
    <p:extLst>
      <p:ext uri="{BB962C8B-B14F-4D97-AF65-F5344CB8AC3E}">
        <p14:creationId xmlns:p14="http://schemas.microsoft.com/office/powerpoint/2010/main" val="1254904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9"/>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2800" b="1">
                <a:solidFill>
                  <a:srgbClr val="FF0000"/>
                </a:solidFill>
              </a:rPr>
              <a:t>Results and Discussions</a:t>
            </a:r>
            <a:endParaRPr sz="2800"/>
          </a:p>
        </p:txBody>
      </p:sp>
      <p:sp>
        <p:nvSpPr>
          <p:cNvPr id="167" name="Google Shape;167;p9"/>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lvl="0"/>
            <a:r>
              <a:rPr lang="en-IN" sz="2000" dirty="0"/>
              <a:t>Centralized monitoring of banking service queues.</a:t>
            </a:r>
          </a:p>
          <a:p>
            <a:pPr lvl="0"/>
            <a:r>
              <a:rPr lang="en-IN" sz="2000" dirty="0"/>
              <a:t>Easy access to queue information through QR scanning.</a:t>
            </a:r>
          </a:p>
          <a:p>
            <a:pPr lvl="0"/>
            <a:r>
              <a:rPr lang="en-IN" sz="2000" dirty="0"/>
              <a:t>Improved visibility of customer counts.</a:t>
            </a:r>
          </a:p>
          <a:p>
            <a:pPr lvl="0"/>
            <a:r>
              <a:rPr lang="en-IN" sz="2000" dirty="0"/>
              <a:t>Intelligent recommendations for queue selection.</a:t>
            </a:r>
          </a:p>
          <a:p>
            <a:pPr lvl="0"/>
            <a:r>
              <a:rPr lang="en-IN" sz="2000" dirty="0"/>
              <a:t>Digital queue updates by staff members.</a:t>
            </a:r>
          </a:p>
          <a:p>
            <a:pPr lvl="0"/>
            <a:r>
              <a:rPr lang="en-IN" sz="2000" dirty="0"/>
              <a:t>Simplified administrative monitoring and daily reset.</a:t>
            </a:r>
          </a:p>
          <a:p>
            <a:r>
              <a:rPr lang="en-IN" sz="2000" b="1" dirty="0"/>
              <a:t>Expected Outcome:</a:t>
            </a:r>
            <a:r>
              <a:rPr lang="en-IN" sz="2000" dirty="0"/>
              <a:t> Reduced congestion, improved customer distribution, and a better banking experience.</a:t>
            </a:r>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0"/>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2800" b="1">
                <a:solidFill>
                  <a:srgbClr val="FF0000"/>
                </a:solidFill>
              </a:rPr>
              <a:t>Conclusion</a:t>
            </a:r>
            <a:endParaRPr sz="2800"/>
          </a:p>
        </p:txBody>
      </p:sp>
      <p:sp>
        <p:nvSpPr>
          <p:cNvPr id="176" name="Google Shape;176;p10"/>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marL="114300" indent="0">
              <a:buNone/>
            </a:pPr>
            <a:r>
              <a:rPr lang="en-IN" sz="2000" dirty="0"/>
              <a:t>The Smart Queue Balancer for Banking Services provides an organized approach to managing customer queues in banks. By integrating permanent QR code access, queue monitoring, AI-based recommendations, and separate staff and administrator interfaces, the system aims to reduce waiting time and improve customer distribution. It can help banks manage service queues more efficiently and improve customer satisfaction. Future enhancements may include historical queue analysis and more accurate waiting-time prediction.</a:t>
            </a:r>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2ce16ed41b5_0_0"/>
          <p:cNvSpPr txBox="1">
            <a:spLocks noGrp="1"/>
          </p:cNvSpPr>
          <p:nvPr>
            <p:ph type="title"/>
          </p:nvPr>
        </p:nvSpPr>
        <p:spPr>
          <a:xfrm>
            <a:off x="766233" y="304801"/>
            <a:ext cx="10668000" cy="1215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2800" b="1">
                <a:solidFill>
                  <a:srgbClr val="FF0000"/>
                </a:solidFill>
              </a:rPr>
              <a:t>References</a:t>
            </a:r>
            <a:endParaRPr sz="2800"/>
          </a:p>
        </p:txBody>
      </p:sp>
      <p:sp>
        <p:nvSpPr>
          <p:cNvPr id="185" name="Google Shape;185;g2ce16ed41b5_0_0"/>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lvl="0"/>
            <a:r>
              <a:rPr lang="en-IN" sz="2000" dirty="0"/>
              <a:t>Russell, S. and Norvig, P., </a:t>
            </a:r>
            <a:r>
              <a:rPr lang="en-IN" sz="2000" i="1" dirty="0"/>
              <a:t>Artificial Intelligence: A Modern Approach</a:t>
            </a:r>
            <a:r>
              <a:rPr lang="en-IN" sz="2000" dirty="0"/>
              <a:t>, 4th Edition, Pearson, 2021.</a:t>
            </a:r>
          </a:p>
          <a:p>
            <a:pPr lvl="0"/>
            <a:r>
              <a:rPr lang="en-IN" sz="2000" dirty="0"/>
              <a:t>Erlang, A. K., “The Theory of Probabilities and Telephone Conversations,” </a:t>
            </a:r>
            <a:r>
              <a:rPr lang="en-IN" sz="2000" i="1" dirty="0" err="1"/>
              <a:t>Nyt</a:t>
            </a:r>
            <a:r>
              <a:rPr lang="en-IN" sz="2000" i="1" dirty="0"/>
              <a:t> </a:t>
            </a:r>
            <a:r>
              <a:rPr lang="en-IN" sz="2000" i="1" dirty="0" err="1"/>
              <a:t>Tidsskrift</a:t>
            </a:r>
            <a:r>
              <a:rPr lang="en-IN" sz="2000" i="1" dirty="0"/>
              <a:t> for </a:t>
            </a:r>
            <a:r>
              <a:rPr lang="en-IN" sz="2000" i="1" dirty="0" err="1"/>
              <a:t>Matematik</a:t>
            </a:r>
            <a:r>
              <a:rPr lang="en-IN" sz="2000" i="1" dirty="0"/>
              <a:t> B</a:t>
            </a:r>
            <a:r>
              <a:rPr lang="en-IN" sz="2000" dirty="0"/>
              <a:t>, 1909.</a:t>
            </a:r>
          </a:p>
          <a:p>
            <a:pPr lvl="0"/>
            <a:r>
              <a:rPr lang="en-IN" sz="2000" dirty="0"/>
              <a:t>React Documentation: </a:t>
            </a:r>
            <a:r>
              <a:rPr lang="en-IN" sz="2000" dirty="0">
                <a:hlinkClick r:id="rId3"/>
              </a:rPr>
              <a:t>https://react.dev/</a:t>
            </a:r>
            <a:endParaRPr lang="en-IN" sz="2000" dirty="0"/>
          </a:p>
          <a:p>
            <a:pPr lvl="0"/>
            <a:r>
              <a:rPr lang="en-IN" sz="2000" dirty="0"/>
              <a:t>Node.js Documentation: </a:t>
            </a:r>
            <a:r>
              <a:rPr lang="en-IN" sz="2000" dirty="0">
                <a:hlinkClick r:id="rId4"/>
              </a:rPr>
              <a:t>https://nodejs.org/docs/</a:t>
            </a:r>
            <a:endParaRPr lang="en-IN" sz="2000" dirty="0"/>
          </a:p>
          <a:p>
            <a:pPr lvl="0"/>
            <a:r>
              <a:rPr lang="en-IN" sz="2000" dirty="0"/>
              <a:t>MongoDB Documentation: </a:t>
            </a:r>
            <a:r>
              <a:rPr lang="en-IN" sz="2000" dirty="0">
                <a:hlinkClick r:id="rId5"/>
              </a:rPr>
              <a:t>https://www.mongodb.com/docs/</a:t>
            </a:r>
            <a:endParaRPr lang="en-IN" sz="2000" dirty="0"/>
          </a:p>
          <a:p>
            <a:pPr lvl="0"/>
            <a:r>
              <a:rPr lang="en-IN" sz="2000" dirty="0"/>
              <a:t>Research articles on AI-based queue management and customer service optimization.</a:t>
            </a:r>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12</a:t>
            </a:fld>
            <a:endParaRPr lang="en-IN"/>
          </a:p>
        </p:txBody>
      </p:sp>
    </p:spTree>
  </p:cSld>
  <p:clrMapOvr>
    <a:masterClrMapping/>
  </p:clrMapOvr>
</p:sld>
</file>

<file path=ppt/theme/theme1.xml><?xml version="1.0" encoding="utf-8"?>
<a:theme xmlns:a="http://schemas.openxmlformats.org/drawingml/2006/main" name="Profile">
  <a:themeElements>
    <a:clrScheme name="Red Violet">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252</TotalTime>
  <Words>948</Words>
  <Application>Microsoft Office PowerPoint</Application>
  <PresentationFormat>Widescreen</PresentationFormat>
  <Paragraphs>77</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Noto Sans Symbols</vt:lpstr>
      <vt:lpstr>Rockwell</vt:lpstr>
      <vt:lpstr>Times New Roman</vt:lpstr>
      <vt:lpstr>Verdana</vt:lpstr>
      <vt:lpstr>Profile</vt:lpstr>
      <vt:lpstr>PowerPoint Presentation</vt:lpstr>
      <vt:lpstr>List of Content</vt:lpstr>
      <vt:lpstr>Abstract</vt:lpstr>
      <vt:lpstr>Introduction</vt:lpstr>
      <vt:lpstr>Literature Survey</vt:lpstr>
      <vt:lpstr>Problem Statement</vt:lpstr>
      <vt:lpstr>Proposed Work</vt:lpstr>
      <vt:lpstr>System Architecture</vt:lpstr>
      <vt:lpstr>Methodology</vt:lpstr>
      <vt:lpstr>Results and Discussions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DURAIMURUGAN N</dc:creator>
  <cp:lastModifiedBy>Hemalatha ST</cp:lastModifiedBy>
  <cp:revision>8</cp:revision>
  <dcterms:created xsi:type="dcterms:W3CDTF">2024-04-19T11:43:18Z</dcterms:created>
  <dcterms:modified xsi:type="dcterms:W3CDTF">2026-10-12T13:39:14Z</dcterms:modified>
</cp:coreProperties>
</file>